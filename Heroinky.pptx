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502" r:id="rId2"/>
    <p:sldId id="504" r:id="rId3"/>
    <p:sldId id="506" r:id="rId4"/>
    <p:sldId id="508" r:id="rId5"/>
    <p:sldId id="509" r:id="rId6"/>
    <p:sldId id="511" r:id="rId7"/>
    <p:sldId id="513" r:id="rId8"/>
    <p:sldId id="515" r:id="rId9"/>
    <p:sldId id="517" r:id="rId10"/>
    <p:sldId id="519" r:id="rId11"/>
  </p:sldIdLst>
  <p:sldSz cx="7775575" cy="1004411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0685" autoAdjust="0"/>
  </p:normalViewPr>
  <p:slideViewPr>
    <p:cSldViewPr snapToGrid="0">
      <p:cViewPr varScale="1">
        <p:scale>
          <a:sx n="92" d="100"/>
          <a:sy n="92" d="100"/>
        </p:scale>
        <p:origin x="4164" y="2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5C310-53DB-4B22-B1FC-F641BADEDBB0}" type="datetimeFigureOut">
              <a:rPr lang="fr-FR" smtClean="0"/>
              <a:t>01/02/2026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676650" y="857250"/>
            <a:ext cx="17907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CBF4F6-5CBC-438B-A24D-B6B79C31A2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4324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2813C-DE8D-BC68-F2D6-10B484C7B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30FBF00-8DBA-9B5B-7E05-B407D877D0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21143A8-7E4A-A938-17CC-21E805B6F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1D23F8-1590-4F83-A0CE-1C4CA101C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CBF4F6-5CBC-438B-A24D-B6B79C31A28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3698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C0E70-B85D-2AF8-2345-E8B26DF52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43FC421-CFE3-590B-DF8B-AAA771B992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C3E66AA-FAB8-2156-2105-5196C5A63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1E71B5-0A92-E77B-5999-64863B2BBD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CBF4F6-5CBC-438B-A24D-B6B79C31A28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6746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3168" y="1643794"/>
            <a:ext cx="6609239" cy="3496839"/>
          </a:xfrm>
        </p:spPr>
        <p:txBody>
          <a:bodyPr anchor="b"/>
          <a:lstStyle>
            <a:lvl1pPr algn="ctr">
              <a:defRPr sz="510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947" y="5275485"/>
            <a:ext cx="5831681" cy="2425002"/>
          </a:xfrm>
        </p:spPr>
        <p:txBody>
          <a:bodyPr/>
          <a:lstStyle>
            <a:lvl1pPr marL="0" indent="0" algn="ctr">
              <a:buNone/>
              <a:defRPr sz="2041"/>
            </a:lvl1pPr>
            <a:lvl2pPr marL="388757" indent="0" algn="ctr">
              <a:buNone/>
              <a:defRPr sz="1701"/>
            </a:lvl2pPr>
            <a:lvl3pPr marL="777514" indent="0" algn="ctr">
              <a:buNone/>
              <a:defRPr sz="1531"/>
            </a:lvl3pPr>
            <a:lvl4pPr marL="1166271" indent="0" algn="ctr">
              <a:buNone/>
              <a:defRPr sz="1360"/>
            </a:lvl4pPr>
            <a:lvl5pPr marL="1555029" indent="0" algn="ctr">
              <a:buNone/>
              <a:defRPr sz="1360"/>
            </a:lvl5pPr>
            <a:lvl6pPr marL="1943786" indent="0" algn="ctr">
              <a:buNone/>
              <a:defRPr sz="1360"/>
            </a:lvl6pPr>
            <a:lvl7pPr marL="2332543" indent="0" algn="ctr">
              <a:buNone/>
              <a:defRPr sz="1360"/>
            </a:lvl7pPr>
            <a:lvl8pPr marL="2721300" indent="0" algn="ctr">
              <a:buNone/>
              <a:defRPr sz="1360"/>
            </a:lvl8pPr>
            <a:lvl9pPr marL="3110057" indent="0" algn="ctr">
              <a:buNone/>
              <a:defRPr sz="136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6588B-BDDF-47E1-8752-412CBA3833B0}" type="datetime1">
              <a:rPr lang="fr-FR" smtClean="0"/>
              <a:t>01/02/2026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1A9FF-7ABA-451A-9614-D45C8EB777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3048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F7C2A-936B-4CE5-8738-4C29C99AC78A}" type="datetime1">
              <a:rPr lang="fr-FR" smtClean="0"/>
              <a:t>01/02/2026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1A9FF-7ABA-451A-9614-D45C8EB777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6298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522" y="2504056"/>
            <a:ext cx="6706433" cy="4178071"/>
          </a:xfrm>
        </p:spPr>
        <p:txBody>
          <a:bodyPr anchor="b"/>
          <a:lstStyle>
            <a:lvl1pPr>
              <a:defRPr sz="510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522" y="6721654"/>
            <a:ext cx="6706433" cy="2197149"/>
          </a:xfrm>
        </p:spPr>
        <p:txBody>
          <a:bodyPr/>
          <a:lstStyle>
            <a:lvl1pPr marL="0" indent="0">
              <a:buNone/>
              <a:defRPr sz="2041">
                <a:solidFill>
                  <a:schemeClr val="tx1">
                    <a:tint val="82000"/>
                  </a:schemeClr>
                </a:solidFill>
              </a:defRPr>
            </a:lvl1pPr>
            <a:lvl2pPr marL="388757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2pPr>
            <a:lvl3pPr marL="777514" indent="0">
              <a:buNone/>
              <a:defRPr sz="1531">
                <a:solidFill>
                  <a:schemeClr val="tx1">
                    <a:tint val="82000"/>
                  </a:schemeClr>
                </a:solidFill>
              </a:defRPr>
            </a:lvl3pPr>
            <a:lvl4pPr marL="1166271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5029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786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2543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13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10057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9DC52-7B20-49DF-B59C-697C3891AA31}" type="datetime1">
              <a:rPr lang="fr-FR" smtClean="0"/>
              <a:t>01/02/2026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1A9FF-7ABA-451A-9614-D45C8EB777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5878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571" y="2673780"/>
            <a:ext cx="3304619" cy="637289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6385" y="2673780"/>
            <a:ext cx="3304619" cy="637289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EDDB-170D-4170-9BAD-9CCD887DF3A6}" type="datetime1">
              <a:rPr lang="fr-FR" smtClean="0"/>
              <a:t>01/02/2026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1A9FF-7ABA-451A-9614-D45C8EB777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5265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584" y="534758"/>
            <a:ext cx="6706433" cy="194139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584" y="2462203"/>
            <a:ext cx="3289432" cy="1206688"/>
          </a:xfrm>
        </p:spPr>
        <p:txBody>
          <a:bodyPr anchor="b"/>
          <a:lstStyle>
            <a:lvl1pPr marL="0" indent="0">
              <a:buNone/>
              <a:defRPr sz="2041" b="1"/>
            </a:lvl1pPr>
            <a:lvl2pPr marL="388757" indent="0">
              <a:buNone/>
              <a:defRPr sz="1701" b="1"/>
            </a:lvl2pPr>
            <a:lvl3pPr marL="777514" indent="0">
              <a:buNone/>
              <a:defRPr sz="1531" b="1"/>
            </a:lvl3pPr>
            <a:lvl4pPr marL="1166271" indent="0">
              <a:buNone/>
              <a:defRPr sz="1360" b="1"/>
            </a:lvl4pPr>
            <a:lvl5pPr marL="1555029" indent="0">
              <a:buNone/>
              <a:defRPr sz="1360" b="1"/>
            </a:lvl5pPr>
            <a:lvl6pPr marL="1943786" indent="0">
              <a:buNone/>
              <a:defRPr sz="1360" b="1"/>
            </a:lvl6pPr>
            <a:lvl7pPr marL="2332543" indent="0">
              <a:buNone/>
              <a:defRPr sz="1360" b="1"/>
            </a:lvl7pPr>
            <a:lvl8pPr marL="2721300" indent="0">
              <a:buNone/>
              <a:defRPr sz="1360" b="1"/>
            </a:lvl8pPr>
            <a:lvl9pPr marL="3110057" indent="0">
              <a:buNone/>
              <a:defRPr sz="136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584" y="3668891"/>
            <a:ext cx="3289432" cy="539638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6385" y="2462203"/>
            <a:ext cx="3305632" cy="1206688"/>
          </a:xfrm>
        </p:spPr>
        <p:txBody>
          <a:bodyPr anchor="b"/>
          <a:lstStyle>
            <a:lvl1pPr marL="0" indent="0">
              <a:buNone/>
              <a:defRPr sz="2041" b="1"/>
            </a:lvl1pPr>
            <a:lvl2pPr marL="388757" indent="0">
              <a:buNone/>
              <a:defRPr sz="1701" b="1"/>
            </a:lvl2pPr>
            <a:lvl3pPr marL="777514" indent="0">
              <a:buNone/>
              <a:defRPr sz="1531" b="1"/>
            </a:lvl3pPr>
            <a:lvl4pPr marL="1166271" indent="0">
              <a:buNone/>
              <a:defRPr sz="1360" b="1"/>
            </a:lvl4pPr>
            <a:lvl5pPr marL="1555029" indent="0">
              <a:buNone/>
              <a:defRPr sz="1360" b="1"/>
            </a:lvl5pPr>
            <a:lvl6pPr marL="1943786" indent="0">
              <a:buNone/>
              <a:defRPr sz="1360" b="1"/>
            </a:lvl6pPr>
            <a:lvl7pPr marL="2332543" indent="0">
              <a:buNone/>
              <a:defRPr sz="1360" b="1"/>
            </a:lvl7pPr>
            <a:lvl8pPr marL="2721300" indent="0">
              <a:buNone/>
              <a:defRPr sz="1360" b="1"/>
            </a:lvl8pPr>
            <a:lvl9pPr marL="3110057" indent="0">
              <a:buNone/>
              <a:defRPr sz="136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6385" y="3668891"/>
            <a:ext cx="3305632" cy="539638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F28E-62BC-4546-BA7D-9D3C35647507}" type="datetime1">
              <a:rPr lang="fr-FR" smtClean="0"/>
              <a:t>01/02/2026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1A9FF-7ABA-451A-9614-D45C8EB777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7740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1050-1F0B-4AFA-91EF-9DD71D317DDB}" type="datetime1">
              <a:rPr lang="fr-FR" smtClean="0"/>
              <a:t>01/02/2026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1A9FF-7ABA-451A-9614-D45C8EB777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4846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02B1A-B15E-4CD7-982A-9380D767FDB3}" type="datetime1">
              <a:rPr lang="fr-FR" smtClean="0"/>
              <a:t>01/02/2026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1A9FF-7ABA-451A-9614-D45C8EB777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9563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584" y="669608"/>
            <a:ext cx="2507825" cy="2343626"/>
          </a:xfrm>
        </p:spPr>
        <p:txBody>
          <a:bodyPr anchor="b"/>
          <a:lstStyle>
            <a:lvl1pPr>
              <a:defRPr sz="272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5632" y="1446169"/>
            <a:ext cx="3936385" cy="7137830"/>
          </a:xfrm>
        </p:spPr>
        <p:txBody>
          <a:bodyPr/>
          <a:lstStyle>
            <a:lvl1pPr>
              <a:defRPr sz="2721"/>
            </a:lvl1pPr>
            <a:lvl2pPr>
              <a:defRPr sz="2381"/>
            </a:lvl2pPr>
            <a:lvl3pPr>
              <a:defRPr sz="2041"/>
            </a:lvl3pPr>
            <a:lvl4pPr>
              <a:defRPr sz="1701"/>
            </a:lvl4pPr>
            <a:lvl5pPr>
              <a:defRPr sz="1701"/>
            </a:lvl5pPr>
            <a:lvl6pPr>
              <a:defRPr sz="1701"/>
            </a:lvl6pPr>
            <a:lvl7pPr>
              <a:defRPr sz="1701"/>
            </a:lvl7pPr>
            <a:lvl8pPr>
              <a:defRPr sz="1701"/>
            </a:lvl8pPr>
            <a:lvl9pPr>
              <a:defRPr sz="1701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584" y="3013234"/>
            <a:ext cx="2507825" cy="5582389"/>
          </a:xfrm>
        </p:spPr>
        <p:txBody>
          <a:bodyPr/>
          <a:lstStyle>
            <a:lvl1pPr marL="0" indent="0">
              <a:buNone/>
              <a:defRPr sz="1360"/>
            </a:lvl1pPr>
            <a:lvl2pPr marL="388757" indent="0">
              <a:buNone/>
              <a:defRPr sz="1190"/>
            </a:lvl2pPr>
            <a:lvl3pPr marL="777514" indent="0">
              <a:buNone/>
              <a:defRPr sz="1020"/>
            </a:lvl3pPr>
            <a:lvl4pPr marL="1166271" indent="0">
              <a:buNone/>
              <a:defRPr sz="850"/>
            </a:lvl4pPr>
            <a:lvl5pPr marL="1555029" indent="0">
              <a:buNone/>
              <a:defRPr sz="850"/>
            </a:lvl5pPr>
            <a:lvl6pPr marL="1943786" indent="0">
              <a:buNone/>
              <a:defRPr sz="850"/>
            </a:lvl6pPr>
            <a:lvl7pPr marL="2332543" indent="0">
              <a:buNone/>
              <a:defRPr sz="850"/>
            </a:lvl7pPr>
            <a:lvl8pPr marL="2721300" indent="0">
              <a:buNone/>
              <a:defRPr sz="850"/>
            </a:lvl8pPr>
            <a:lvl9pPr marL="3110057" indent="0">
              <a:buNone/>
              <a:defRPr sz="8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FB6AC-D34F-4DB6-ABDA-FF38F035ADC6}" type="datetime1">
              <a:rPr lang="fr-FR" smtClean="0"/>
              <a:t>01/02/2026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1A9FF-7ABA-451A-9614-D45C8EB777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165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584" y="669608"/>
            <a:ext cx="2507825" cy="2343626"/>
          </a:xfrm>
        </p:spPr>
        <p:txBody>
          <a:bodyPr anchor="b"/>
          <a:lstStyle>
            <a:lvl1pPr>
              <a:defRPr sz="272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5632" y="1446169"/>
            <a:ext cx="3936385" cy="7137830"/>
          </a:xfrm>
        </p:spPr>
        <p:txBody>
          <a:bodyPr anchor="t"/>
          <a:lstStyle>
            <a:lvl1pPr marL="0" indent="0">
              <a:buNone/>
              <a:defRPr sz="2721"/>
            </a:lvl1pPr>
            <a:lvl2pPr marL="388757" indent="0">
              <a:buNone/>
              <a:defRPr sz="2381"/>
            </a:lvl2pPr>
            <a:lvl3pPr marL="777514" indent="0">
              <a:buNone/>
              <a:defRPr sz="2041"/>
            </a:lvl3pPr>
            <a:lvl4pPr marL="1166271" indent="0">
              <a:buNone/>
              <a:defRPr sz="1701"/>
            </a:lvl4pPr>
            <a:lvl5pPr marL="1555029" indent="0">
              <a:buNone/>
              <a:defRPr sz="1701"/>
            </a:lvl5pPr>
            <a:lvl6pPr marL="1943786" indent="0">
              <a:buNone/>
              <a:defRPr sz="1701"/>
            </a:lvl6pPr>
            <a:lvl7pPr marL="2332543" indent="0">
              <a:buNone/>
              <a:defRPr sz="1701"/>
            </a:lvl7pPr>
            <a:lvl8pPr marL="2721300" indent="0">
              <a:buNone/>
              <a:defRPr sz="1701"/>
            </a:lvl8pPr>
            <a:lvl9pPr marL="3110057" indent="0">
              <a:buNone/>
              <a:defRPr sz="1701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584" y="3013234"/>
            <a:ext cx="2507825" cy="5582389"/>
          </a:xfrm>
        </p:spPr>
        <p:txBody>
          <a:bodyPr/>
          <a:lstStyle>
            <a:lvl1pPr marL="0" indent="0">
              <a:buNone/>
              <a:defRPr sz="1360"/>
            </a:lvl1pPr>
            <a:lvl2pPr marL="388757" indent="0">
              <a:buNone/>
              <a:defRPr sz="1190"/>
            </a:lvl2pPr>
            <a:lvl3pPr marL="777514" indent="0">
              <a:buNone/>
              <a:defRPr sz="1020"/>
            </a:lvl3pPr>
            <a:lvl4pPr marL="1166271" indent="0">
              <a:buNone/>
              <a:defRPr sz="850"/>
            </a:lvl4pPr>
            <a:lvl5pPr marL="1555029" indent="0">
              <a:buNone/>
              <a:defRPr sz="850"/>
            </a:lvl5pPr>
            <a:lvl6pPr marL="1943786" indent="0">
              <a:buNone/>
              <a:defRPr sz="850"/>
            </a:lvl6pPr>
            <a:lvl7pPr marL="2332543" indent="0">
              <a:buNone/>
              <a:defRPr sz="850"/>
            </a:lvl7pPr>
            <a:lvl8pPr marL="2721300" indent="0">
              <a:buNone/>
              <a:defRPr sz="850"/>
            </a:lvl8pPr>
            <a:lvl9pPr marL="3110057" indent="0">
              <a:buNone/>
              <a:defRPr sz="8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E3D39-CA14-4DEF-AF23-5E0456B41B00}" type="datetime1">
              <a:rPr lang="fr-FR" smtClean="0"/>
              <a:t>01/02/2026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1A9FF-7ABA-451A-9614-D45C8EB777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2608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48280-D2BC-47B3-88ED-D8398E7B6F2B}" type="datetime1">
              <a:rPr lang="fr-FR" smtClean="0"/>
              <a:t>01/02/2026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1A9FF-7ABA-451A-9614-D45C8EB777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4154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4396" y="534756"/>
            <a:ext cx="1676608" cy="851192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571" y="534756"/>
            <a:ext cx="4932630" cy="851192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6D6E8-D0FE-4208-8BDE-F1A1EE00F550}" type="datetime1">
              <a:rPr lang="fr-FR" smtClean="0"/>
              <a:t>01/02/2026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1A9FF-7ABA-451A-9614-D45C8EB777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1414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571" y="534758"/>
            <a:ext cx="6706433" cy="19413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571" y="2673780"/>
            <a:ext cx="6706433" cy="63728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571" y="9309407"/>
            <a:ext cx="1749504" cy="534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862323-6436-42DD-81C4-9758D55EE86E}" type="datetime1">
              <a:rPr lang="fr-FR" smtClean="0"/>
              <a:t>01/02/2026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5659" y="9309407"/>
            <a:ext cx="2624257" cy="534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91500" y="9309407"/>
            <a:ext cx="1749504" cy="534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81A9FF-7ABA-451A-9614-D45C8EB777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7689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777514" rtl="0" eaLnBrk="1" latinLnBrk="0" hangingPunct="1">
        <a:lnSpc>
          <a:spcPct val="90000"/>
        </a:lnSpc>
        <a:spcBef>
          <a:spcPct val="0"/>
        </a:spcBef>
        <a:buNone/>
        <a:defRPr sz="37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79" indent="-194379" algn="l" defTabSz="777514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1" kern="1200">
          <a:solidFill>
            <a:schemeClr val="tx1"/>
          </a:solidFill>
          <a:latin typeface="+mn-lt"/>
          <a:ea typeface="+mn-ea"/>
          <a:cs typeface="+mn-cs"/>
        </a:defRPr>
      </a:lvl1pPr>
      <a:lvl2pPr marL="583136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1" kern="1200">
          <a:solidFill>
            <a:schemeClr val="tx1"/>
          </a:solidFill>
          <a:latin typeface="+mn-lt"/>
          <a:ea typeface="+mn-ea"/>
          <a:cs typeface="+mn-cs"/>
        </a:defRPr>
      </a:lvl2pPr>
      <a:lvl3pPr marL="971893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360650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4pPr>
      <a:lvl5pPr marL="1749407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5pPr>
      <a:lvl6pPr marL="2138164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6pPr>
      <a:lvl7pPr marL="2526922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7pPr>
      <a:lvl8pPr marL="2915679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8pPr>
      <a:lvl9pPr marL="3304436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5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1pPr>
      <a:lvl2pPr marL="388757" algn="l" defTabSz="7775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2pPr>
      <a:lvl3pPr marL="777514" algn="l" defTabSz="7775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3pPr>
      <a:lvl4pPr marL="1166271" algn="l" defTabSz="7775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4pPr>
      <a:lvl5pPr marL="1555029" algn="l" defTabSz="7775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5pPr>
      <a:lvl6pPr marL="1943786" algn="l" defTabSz="7775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6pPr>
      <a:lvl7pPr marL="2332543" algn="l" defTabSz="7775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7pPr>
      <a:lvl8pPr marL="2721300" algn="l" defTabSz="7775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8pPr>
      <a:lvl9pPr marL="3110057" algn="l" defTabSz="777514" rtl="0" eaLnBrk="1" latinLnBrk="0" hangingPunct="1">
        <a:defRPr sz="15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3C764-6766-9A0F-A5C6-90E110BD5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Espace réservé du contenu 15">
            <a:extLst>
              <a:ext uri="{FF2B5EF4-FFF2-40B4-BE49-F238E27FC236}">
                <a16:creationId xmlns:a16="http://schemas.microsoft.com/office/drawing/2014/main" id="{A3EFAE2D-0A6D-F314-5B34-BAF360C69D90}"/>
              </a:ext>
            </a:extLst>
          </p:cNvPr>
          <p:cNvGraphicFramePr>
            <a:graphicFrameLocks noGrp="1" noDrilldown="1" noMove="1" noResize="1"/>
          </p:cNvGraphicFramePr>
          <p:nvPr>
            <p:ph idx="1"/>
          </p:nvPr>
        </p:nvGraphicFramePr>
        <p:xfrm>
          <a:off x="534987" y="1499879"/>
          <a:ext cx="6705600" cy="81872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05600">
                  <a:extLst>
                    <a:ext uri="{9D8B030D-6E8A-4147-A177-3AD203B41FA5}">
                      <a16:colId xmlns:a16="http://schemas.microsoft.com/office/drawing/2014/main" val="2942660820"/>
                    </a:ext>
                  </a:extLst>
                </a:gridCol>
              </a:tblGrid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56827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82588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8740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761948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75798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928746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10676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083555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96292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771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05536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56678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15623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007119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4704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3913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90772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71536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19877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53780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35950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105826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143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555494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62240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642309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37069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82031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13249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07216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252631"/>
                  </a:ext>
                </a:extLst>
              </a:tr>
            </a:tbl>
          </a:graphicData>
        </a:graphic>
      </p:graphicFrame>
      <p:sp>
        <p:nvSpPr>
          <p:cNvPr id="18" name="ZoneTexte 17">
            <a:extLst>
              <a:ext uri="{FF2B5EF4-FFF2-40B4-BE49-F238E27FC236}">
                <a16:creationId xmlns:a16="http://schemas.microsoft.com/office/drawing/2014/main" id="{E5586E42-7EFE-6D2C-2CCC-50BB6A5A17E7}"/>
              </a:ext>
            </a:extLst>
          </p:cNvPr>
          <p:cNvSpPr txBox="1"/>
          <p:nvPr/>
        </p:nvSpPr>
        <p:spPr>
          <a:xfrm>
            <a:off x="534987" y="1332013"/>
            <a:ext cx="57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A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127859B-7ED2-106A-0757-7502D3FC3413}"/>
              </a:ext>
            </a:extLst>
          </p:cNvPr>
          <p:cNvSpPr txBox="1"/>
          <p:nvPr/>
        </p:nvSpPr>
        <p:spPr>
          <a:xfrm>
            <a:off x="534987" y="2395602"/>
            <a:ext cx="550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B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1450DFE-AE41-A78D-E64B-3E22057196E3}"/>
              </a:ext>
            </a:extLst>
          </p:cNvPr>
          <p:cNvSpPr txBox="1"/>
          <p:nvPr/>
        </p:nvSpPr>
        <p:spPr>
          <a:xfrm>
            <a:off x="534987" y="3448606"/>
            <a:ext cx="701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C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2BA6E8A-963B-F476-76E0-10D5F6D8F2D4}"/>
              </a:ext>
            </a:extLst>
          </p:cNvPr>
          <p:cNvSpPr txBox="1"/>
          <p:nvPr/>
        </p:nvSpPr>
        <p:spPr>
          <a:xfrm>
            <a:off x="534987" y="4502670"/>
            <a:ext cx="777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D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26A0B3F-5AFE-AACB-B0B2-B203C4C66254}"/>
              </a:ext>
            </a:extLst>
          </p:cNvPr>
          <p:cNvSpPr txBox="1"/>
          <p:nvPr/>
        </p:nvSpPr>
        <p:spPr>
          <a:xfrm>
            <a:off x="534987" y="5557023"/>
            <a:ext cx="468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9434AA9-5DDC-4A7B-933B-54812FCD1D94}"/>
              </a:ext>
            </a:extLst>
          </p:cNvPr>
          <p:cNvSpPr txBox="1"/>
          <p:nvPr/>
        </p:nvSpPr>
        <p:spPr>
          <a:xfrm>
            <a:off x="534987" y="6609738"/>
            <a:ext cx="1261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F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537921E-5EA7-F657-9C01-F36FBE6D774A}"/>
              </a:ext>
            </a:extLst>
          </p:cNvPr>
          <p:cNvSpPr txBox="1"/>
          <p:nvPr/>
        </p:nvSpPr>
        <p:spPr>
          <a:xfrm>
            <a:off x="534987" y="7670899"/>
            <a:ext cx="5741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G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3FCFA04-FBFF-9069-2135-C5D56E376649}"/>
              </a:ext>
            </a:extLst>
          </p:cNvPr>
          <p:cNvSpPr txBox="1"/>
          <p:nvPr/>
        </p:nvSpPr>
        <p:spPr>
          <a:xfrm>
            <a:off x="534987" y="8732060"/>
            <a:ext cx="554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H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7628DEA5-7DC1-59D2-93C1-6854528456E2}"/>
              </a:ext>
            </a:extLst>
          </p:cNvPr>
          <p:cNvSpPr txBox="1"/>
          <p:nvPr/>
        </p:nvSpPr>
        <p:spPr>
          <a:xfrm>
            <a:off x="1734526" y="1332013"/>
            <a:ext cx="57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A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C968071E-575E-A82D-63F5-64D38F31A2E7}"/>
              </a:ext>
            </a:extLst>
          </p:cNvPr>
          <p:cNvSpPr txBox="1"/>
          <p:nvPr/>
        </p:nvSpPr>
        <p:spPr>
          <a:xfrm>
            <a:off x="1734526" y="2395602"/>
            <a:ext cx="550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B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42237ED-7512-CA43-35C9-0D4BB8232E15}"/>
              </a:ext>
            </a:extLst>
          </p:cNvPr>
          <p:cNvSpPr txBox="1"/>
          <p:nvPr/>
        </p:nvSpPr>
        <p:spPr>
          <a:xfrm>
            <a:off x="1734526" y="3448606"/>
            <a:ext cx="701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C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60857E5A-9636-F689-16DF-2C13CD15E294}"/>
              </a:ext>
            </a:extLst>
          </p:cNvPr>
          <p:cNvSpPr txBox="1"/>
          <p:nvPr/>
        </p:nvSpPr>
        <p:spPr>
          <a:xfrm>
            <a:off x="1734526" y="4502670"/>
            <a:ext cx="777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D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D5A60509-1B89-65EA-0BBD-201BDC12B977}"/>
              </a:ext>
            </a:extLst>
          </p:cNvPr>
          <p:cNvSpPr txBox="1"/>
          <p:nvPr/>
        </p:nvSpPr>
        <p:spPr>
          <a:xfrm>
            <a:off x="1734526" y="5557023"/>
            <a:ext cx="468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E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A0591ED6-F380-92A0-3CFE-8AABD80CF327}"/>
              </a:ext>
            </a:extLst>
          </p:cNvPr>
          <p:cNvSpPr txBox="1"/>
          <p:nvPr/>
        </p:nvSpPr>
        <p:spPr>
          <a:xfrm>
            <a:off x="1734526" y="6609738"/>
            <a:ext cx="1261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F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150156C-720A-0C26-D015-575ED1EA2861}"/>
              </a:ext>
            </a:extLst>
          </p:cNvPr>
          <p:cNvSpPr txBox="1"/>
          <p:nvPr/>
        </p:nvSpPr>
        <p:spPr>
          <a:xfrm>
            <a:off x="1734526" y="7670899"/>
            <a:ext cx="5741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G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F5B5F36B-7E90-7CB8-CEDB-22637665B288}"/>
              </a:ext>
            </a:extLst>
          </p:cNvPr>
          <p:cNvSpPr txBox="1"/>
          <p:nvPr/>
        </p:nvSpPr>
        <p:spPr>
          <a:xfrm>
            <a:off x="1734526" y="8732060"/>
            <a:ext cx="554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H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56F97F81-C506-7C38-E4A5-8BBDA4B76552}"/>
              </a:ext>
            </a:extLst>
          </p:cNvPr>
          <p:cNvSpPr txBox="1"/>
          <p:nvPr/>
        </p:nvSpPr>
        <p:spPr>
          <a:xfrm>
            <a:off x="2908671" y="1332013"/>
            <a:ext cx="57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A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5084374A-9ED8-7FCF-ED96-5EB06EF67AD8}"/>
              </a:ext>
            </a:extLst>
          </p:cNvPr>
          <p:cNvSpPr txBox="1"/>
          <p:nvPr/>
        </p:nvSpPr>
        <p:spPr>
          <a:xfrm>
            <a:off x="2908671" y="2395602"/>
            <a:ext cx="550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B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A91EAB0E-D84E-94D4-AF5A-D2692E6BDFB6}"/>
              </a:ext>
            </a:extLst>
          </p:cNvPr>
          <p:cNvSpPr txBox="1"/>
          <p:nvPr/>
        </p:nvSpPr>
        <p:spPr>
          <a:xfrm>
            <a:off x="2908671" y="3448606"/>
            <a:ext cx="701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C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A0B10243-460E-609E-7DFA-1CA88770FEDC}"/>
              </a:ext>
            </a:extLst>
          </p:cNvPr>
          <p:cNvSpPr txBox="1"/>
          <p:nvPr/>
        </p:nvSpPr>
        <p:spPr>
          <a:xfrm>
            <a:off x="2908671" y="4502670"/>
            <a:ext cx="777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D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42EFFBBF-6EAA-929C-D0E7-5DF61001BCDF}"/>
              </a:ext>
            </a:extLst>
          </p:cNvPr>
          <p:cNvSpPr txBox="1"/>
          <p:nvPr/>
        </p:nvSpPr>
        <p:spPr>
          <a:xfrm>
            <a:off x="2908671" y="5557023"/>
            <a:ext cx="468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E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0A120A32-118E-3559-6BCB-02D3107B3167}"/>
              </a:ext>
            </a:extLst>
          </p:cNvPr>
          <p:cNvSpPr txBox="1"/>
          <p:nvPr/>
        </p:nvSpPr>
        <p:spPr>
          <a:xfrm>
            <a:off x="2908671" y="6609738"/>
            <a:ext cx="1261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F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AA7DC4E2-AF54-71F8-6441-E254EE27D128}"/>
              </a:ext>
            </a:extLst>
          </p:cNvPr>
          <p:cNvSpPr txBox="1"/>
          <p:nvPr/>
        </p:nvSpPr>
        <p:spPr>
          <a:xfrm>
            <a:off x="2908671" y="7670899"/>
            <a:ext cx="5741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G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B4BACC47-3B72-DBB7-1B69-EDA8A7BB0F01}"/>
              </a:ext>
            </a:extLst>
          </p:cNvPr>
          <p:cNvSpPr txBox="1"/>
          <p:nvPr/>
        </p:nvSpPr>
        <p:spPr>
          <a:xfrm>
            <a:off x="2908671" y="8732060"/>
            <a:ext cx="554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H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4CD873F8-CC6D-4056-EEBF-459BD981ED21}"/>
              </a:ext>
            </a:extLst>
          </p:cNvPr>
          <p:cNvSpPr txBox="1"/>
          <p:nvPr/>
        </p:nvSpPr>
        <p:spPr>
          <a:xfrm>
            <a:off x="4078291" y="1332013"/>
            <a:ext cx="57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A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D255F4EA-A78E-4E6C-591E-CADA0AEFE768}"/>
              </a:ext>
            </a:extLst>
          </p:cNvPr>
          <p:cNvSpPr txBox="1"/>
          <p:nvPr/>
        </p:nvSpPr>
        <p:spPr>
          <a:xfrm>
            <a:off x="4078291" y="2395602"/>
            <a:ext cx="550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B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AD815D30-142D-536C-D329-469642851816}"/>
              </a:ext>
            </a:extLst>
          </p:cNvPr>
          <p:cNvSpPr txBox="1"/>
          <p:nvPr/>
        </p:nvSpPr>
        <p:spPr>
          <a:xfrm>
            <a:off x="4078291" y="3448606"/>
            <a:ext cx="701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C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C19CFC82-688D-E836-52C9-13853539F356}"/>
              </a:ext>
            </a:extLst>
          </p:cNvPr>
          <p:cNvSpPr txBox="1"/>
          <p:nvPr/>
        </p:nvSpPr>
        <p:spPr>
          <a:xfrm>
            <a:off x="4078291" y="4502670"/>
            <a:ext cx="777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D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3DA97A7E-47AA-B500-550D-B6FDB734EBDB}"/>
              </a:ext>
            </a:extLst>
          </p:cNvPr>
          <p:cNvSpPr txBox="1"/>
          <p:nvPr/>
        </p:nvSpPr>
        <p:spPr>
          <a:xfrm>
            <a:off x="4078291" y="5557023"/>
            <a:ext cx="468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E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E2017647-A50B-5DE5-C948-AC07DC43548E}"/>
              </a:ext>
            </a:extLst>
          </p:cNvPr>
          <p:cNvSpPr txBox="1"/>
          <p:nvPr/>
        </p:nvSpPr>
        <p:spPr>
          <a:xfrm>
            <a:off x="4078291" y="6609738"/>
            <a:ext cx="1261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F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F7DECA3E-537E-C57B-82BF-A30C3B2D2D01}"/>
              </a:ext>
            </a:extLst>
          </p:cNvPr>
          <p:cNvSpPr txBox="1"/>
          <p:nvPr/>
        </p:nvSpPr>
        <p:spPr>
          <a:xfrm>
            <a:off x="4078291" y="7670899"/>
            <a:ext cx="5741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G</a:t>
            </a: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C037729E-DA6B-FF44-C1C5-F743CF61C065}"/>
              </a:ext>
            </a:extLst>
          </p:cNvPr>
          <p:cNvSpPr txBox="1"/>
          <p:nvPr/>
        </p:nvSpPr>
        <p:spPr>
          <a:xfrm>
            <a:off x="4078291" y="8732060"/>
            <a:ext cx="554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H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79B2A250-5FD0-520D-9072-CCCA3C8E96F7}"/>
              </a:ext>
            </a:extLst>
          </p:cNvPr>
          <p:cNvSpPr txBox="1"/>
          <p:nvPr/>
        </p:nvSpPr>
        <p:spPr>
          <a:xfrm>
            <a:off x="5277830" y="1332013"/>
            <a:ext cx="57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A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157C048-C9FC-448F-0B2B-A730607219B4}"/>
              </a:ext>
            </a:extLst>
          </p:cNvPr>
          <p:cNvSpPr txBox="1"/>
          <p:nvPr/>
        </p:nvSpPr>
        <p:spPr>
          <a:xfrm>
            <a:off x="5277830" y="2395602"/>
            <a:ext cx="550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B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F725E173-6D65-CAE6-420A-2FA11D1CDE7C}"/>
              </a:ext>
            </a:extLst>
          </p:cNvPr>
          <p:cNvSpPr txBox="1"/>
          <p:nvPr/>
        </p:nvSpPr>
        <p:spPr>
          <a:xfrm>
            <a:off x="5277830" y="3448606"/>
            <a:ext cx="701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C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FC516E7A-E2A2-74E4-710C-066FA29372D3}"/>
              </a:ext>
            </a:extLst>
          </p:cNvPr>
          <p:cNvSpPr txBox="1"/>
          <p:nvPr/>
        </p:nvSpPr>
        <p:spPr>
          <a:xfrm>
            <a:off x="5277830" y="4502670"/>
            <a:ext cx="777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D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FEA177E5-5ECF-6027-6D28-ECF5783E82D7}"/>
              </a:ext>
            </a:extLst>
          </p:cNvPr>
          <p:cNvSpPr txBox="1"/>
          <p:nvPr/>
        </p:nvSpPr>
        <p:spPr>
          <a:xfrm>
            <a:off x="5277830" y="5557023"/>
            <a:ext cx="468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E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17D0AE1C-3288-84FA-4691-112525D307E5}"/>
              </a:ext>
            </a:extLst>
          </p:cNvPr>
          <p:cNvSpPr txBox="1"/>
          <p:nvPr/>
        </p:nvSpPr>
        <p:spPr>
          <a:xfrm>
            <a:off x="5277830" y="6609738"/>
            <a:ext cx="1261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F</a:t>
            </a: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1887026C-3585-531C-0994-A75A28A66B40}"/>
              </a:ext>
            </a:extLst>
          </p:cNvPr>
          <p:cNvSpPr txBox="1"/>
          <p:nvPr/>
        </p:nvSpPr>
        <p:spPr>
          <a:xfrm>
            <a:off x="5277830" y="7670899"/>
            <a:ext cx="5741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G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F97BA22D-BB86-DEFD-8513-4B699346B69D}"/>
              </a:ext>
            </a:extLst>
          </p:cNvPr>
          <p:cNvSpPr txBox="1"/>
          <p:nvPr/>
        </p:nvSpPr>
        <p:spPr>
          <a:xfrm>
            <a:off x="5277830" y="8732060"/>
            <a:ext cx="554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H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8BA49B02-2350-EF6B-EC2E-D3D0ADFF511B}"/>
              </a:ext>
            </a:extLst>
          </p:cNvPr>
          <p:cNvSpPr txBox="1"/>
          <p:nvPr/>
        </p:nvSpPr>
        <p:spPr>
          <a:xfrm>
            <a:off x="6451975" y="1332013"/>
            <a:ext cx="57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A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B657E2CB-DBF4-641E-805C-DD2FE2F4B1F4}"/>
              </a:ext>
            </a:extLst>
          </p:cNvPr>
          <p:cNvSpPr txBox="1"/>
          <p:nvPr/>
        </p:nvSpPr>
        <p:spPr>
          <a:xfrm>
            <a:off x="6451975" y="2395602"/>
            <a:ext cx="550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B</a:t>
            </a:r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0255A51C-A473-BADE-4EDC-39444EA3D2C9}"/>
              </a:ext>
            </a:extLst>
          </p:cNvPr>
          <p:cNvSpPr txBox="1"/>
          <p:nvPr/>
        </p:nvSpPr>
        <p:spPr>
          <a:xfrm>
            <a:off x="6451975" y="3448606"/>
            <a:ext cx="701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C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133D0BAB-3E14-51E3-47B5-12ABBE69B10C}"/>
              </a:ext>
            </a:extLst>
          </p:cNvPr>
          <p:cNvSpPr txBox="1"/>
          <p:nvPr/>
        </p:nvSpPr>
        <p:spPr>
          <a:xfrm>
            <a:off x="6451975" y="4502670"/>
            <a:ext cx="777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D</a:t>
            </a:r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FE2147BC-3CB9-2A1F-650E-E4D4F794E063}"/>
              </a:ext>
            </a:extLst>
          </p:cNvPr>
          <p:cNvSpPr txBox="1"/>
          <p:nvPr/>
        </p:nvSpPr>
        <p:spPr>
          <a:xfrm>
            <a:off x="6451975" y="5557023"/>
            <a:ext cx="468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E</a:t>
            </a: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9E215945-3C90-AC82-5903-713C8E015558}"/>
              </a:ext>
            </a:extLst>
          </p:cNvPr>
          <p:cNvSpPr txBox="1"/>
          <p:nvPr/>
        </p:nvSpPr>
        <p:spPr>
          <a:xfrm>
            <a:off x="6451975" y="6609738"/>
            <a:ext cx="1261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F</a:t>
            </a:r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9F021225-C883-AC10-04A8-E7028389AEDC}"/>
              </a:ext>
            </a:extLst>
          </p:cNvPr>
          <p:cNvSpPr txBox="1"/>
          <p:nvPr/>
        </p:nvSpPr>
        <p:spPr>
          <a:xfrm>
            <a:off x="6451975" y="7670899"/>
            <a:ext cx="5741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G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CC1B07D-28D4-9A94-7C7B-173206C51EC8}"/>
              </a:ext>
            </a:extLst>
          </p:cNvPr>
          <p:cNvSpPr txBox="1"/>
          <p:nvPr/>
        </p:nvSpPr>
        <p:spPr>
          <a:xfrm>
            <a:off x="6451975" y="8732060"/>
            <a:ext cx="554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H</a:t>
            </a:r>
          </a:p>
        </p:txBody>
      </p:sp>
      <p:sp>
        <p:nvSpPr>
          <p:cNvPr id="101" name="Sous-titre 4">
            <a:extLst>
              <a:ext uri="{FF2B5EF4-FFF2-40B4-BE49-F238E27FC236}">
                <a16:creationId xmlns:a16="http://schemas.microsoft.com/office/drawing/2014/main" id="{B8320351-A7AD-0AED-234A-99FA91DA5DFE}"/>
              </a:ext>
            </a:extLst>
          </p:cNvPr>
          <p:cNvSpPr txBox="1">
            <a:spLocks/>
          </p:cNvSpPr>
          <p:nvPr/>
        </p:nvSpPr>
        <p:spPr>
          <a:xfrm>
            <a:off x="895021" y="761767"/>
            <a:ext cx="6033384" cy="72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94379" indent="-194379" algn="l" defTabSz="777514" rtl="0" eaLnBrk="1" latinLnBrk="0" hangingPunct="1">
              <a:lnSpc>
                <a:spcPct val="9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 sz="23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3136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20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893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0650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49407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8164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922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5679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4436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4400" b="1" dirty="0">
                <a:latin typeface="CCBiffBamBoomOutline" panose="00000500000000000000" pitchFamily="50" charset="0"/>
              </a:rPr>
              <a:t>Heroinky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493DC59-1D34-241A-7EEC-D619E88F6DB8}"/>
              </a:ext>
            </a:extLst>
          </p:cNvPr>
          <p:cNvSpPr txBox="1"/>
          <p:nvPr/>
        </p:nvSpPr>
        <p:spPr>
          <a:xfrm>
            <a:off x="2723846" y="9570298"/>
            <a:ext cx="23278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www.loopinky.com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F46E130-2C9E-341E-5B3F-410E0AA12BB8}"/>
              </a:ext>
            </a:extLst>
          </p:cNvPr>
          <p:cNvSpPr txBox="1"/>
          <p:nvPr/>
        </p:nvSpPr>
        <p:spPr>
          <a:xfrm>
            <a:off x="2729222" y="289981"/>
            <a:ext cx="25330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For </a:t>
            </a:r>
            <a:r>
              <a:rPr lang="fr-FR" sz="1600" dirty="0" err="1">
                <a:latin typeface="New Kansas Black" pitchFamily="50" charset="0"/>
                <a:cs typeface="Arial" panose="020B0604020202020204" pitchFamily="34" charset="0"/>
              </a:rPr>
              <a:t>personal</a:t>
            </a:r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 use </a:t>
            </a:r>
            <a:r>
              <a:rPr lang="fr-FR" sz="1600" dirty="0" err="1">
                <a:latin typeface="New Kansas Black" pitchFamily="50" charset="0"/>
                <a:cs typeface="Arial" panose="020B0604020202020204" pitchFamily="34" charset="0"/>
              </a:rPr>
              <a:t>only</a:t>
            </a:r>
            <a:endParaRPr lang="fr-FR" sz="1600" dirty="0">
              <a:latin typeface="New Kansas Black" pitchFamily="50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874D4-0A72-18BD-431B-C37E25CAC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Espace réservé du contenu 15">
            <a:extLst>
              <a:ext uri="{FF2B5EF4-FFF2-40B4-BE49-F238E27FC236}">
                <a16:creationId xmlns:a16="http://schemas.microsoft.com/office/drawing/2014/main" id="{762E579B-1D28-238F-8365-0B395347910C}"/>
              </a:ext>
            </a:extLst>
          </p:cNvPr>
          <p:cNvGraphicFramePr>
            <a:graphicFrameLocks noGrp="1" noDrilldown="1" noMove="1" noResize="1"/>
          </p:cNvGraphicFramePr>
          <p:nvPr>
            <p:ph idx="1"/>
          </p:nvPr>
        </p:nvGraphicFramePr>
        <p:xfrm>
          <a:off x="534987" y="1499879"/>
          <a:ext cx="6705600" cy="81872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05600">
                  <a:extLst>
                    <a:ext uri="{9D8B030D-6E8A-4147-A177-3AD203B41FA5}">
                      <a16:colId xmlns:a16="http://schemas.microsoft.com/office/drawing/2014/main" val="2942660820"/>
                    </a:ext>
                  </a:extLst>
                </a:gridCol>
              </a:tblGrid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56827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82588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8740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761948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75798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928746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10676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083555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96292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771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05536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56678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15623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007119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4704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3913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90772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71536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19877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53780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35950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105826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143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555494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62240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642309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37069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82031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13249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07216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252631"/>
                  </a:ext>
                </a:extLst>
              </a:tr>
            </a:tbl>
          </a:graphicData>
        </a:graphic>
      </p:graphicFrame>
      <p:sp>
        <p:nvSpPr>
          <p:cNvPr id="18" name="ZoneTexte 17">
            <a:extLst>
              <a:ext uri="{FF2B5EF4-FFF2-40B4-BE49-F238E27FC236}">
                <a16:creationId xmlns:a16="http://schemas.microsoft.com/office/drawing/2014/main" id="{F523CB04-F1BB-2006-2CAD-4A4875011C14}"/>
              </a:ext>
            </a:extLst>
          </p:cNvPr>
          <p:cNvSpPr txBox="1"/>
          <p:nvPr/>
        </p:nvSpPr>
        <p:spPr>
          <a:xfrm>
            <a:off x="638841" y="1313739"/>
            <a:ext cx="57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I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D1CA990-0418-CB5C-9A89-B0468935B715}"/>
              </a:ext>
            </a:extLst>
          </p:cNvPr>
          <p:cNvSpPr txBox="1"/>
          <p:nvPr/>
        </p:nvSpPr>
        <p:spPr>
          <a:xfrm>
            <a:off x="554011" y="2371355"/>
            <a:ext cx="5357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J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D5BF54B-72A4-6955-6433-5B5A7483D9C6}"/>
              </a:ext>
            </a:extLst>
          </p:cNvPr>
          <p:cNvSpPr txBox="1"/>
          <p:nvPr/>
        </p:nvSpPr>
        <p:spPr>
          <a:xfrm>
            <a:off x="534987" y="3430332"/>
            <a:ext cx="701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K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B82F43A-4405-5682-5E88-995295523273}"/>
              </a:ext>
            </a:extLst>
          </p:cNvPr>
          <p:cNvSpPr txBox="1"/>
          <p:nvPr/>
        </p:nvSpPr>
        <p:spPr>
          <a:xfrm>
            <a:off x="579231" y="4484396"/>
            <a:ext cx="777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L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21983CF-9CBC-0811-249C-C5CF69BB11FA}"/>
              </a:ext>
            </a:extLst>
          </p:cNvPr>
          <p:cNvSpPr txBox="1"/>
          <p:nvPr/>
        </p:nvSpPr>
        <p:spPr>
          <a:xfrm>
            <a:off x="498117" y="5538749"/>
            <a:ext cx="6511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M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EE722C1-E7BE-772F-6218-C21CF22C434E}"/>
              </a:ext>
            </a:extLst>
          </p:cNvPr>
          <p:cNvSpPr txBox="1"/>
          <p:nvPr/>
        </p:nvSpPr>
        <p:spPr>
          <a:xfrm>
            <a:off x="534987" y="6591464"/>
            <a:ext cx="1261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N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20350808-28C5-1CCD-8A08-E1A72607DD0E}"/>
              </a:ext>
            </a:extLst>
          </p:cNvPr>
          <p:cNvSpPr txBox="1"/>
          <p:nvPr/>
        </p:nvSpPr>
        <p:spPr>
          <a:xfrm>
            <a:off x="490743" y="7666479"/>
            <a:ext cx="5757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O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6ADF5748-0FA2-6DC4-183E-F55042C0CA3D}"/>
              </a:ext>
            </a:extLst>
          </p:cNvPr>
          <p:cNvSpPr txBox="1"/>
          <p:nvPr/>
        </p:nvSpPr>
        <p:spPr>
          <a:xfrm>
            <a:off x="534987" y="8713786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P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3837DBE-95BA-F4BA-4FC7-AC2C97333DAD}"/>
              </a:ext>
            </a:extLst>
          </p:cNvPr>
          <p:cNvSpPr txBox="1"/>
          <p:nvPr/>
        </p:nvSpPr>
        <p:spPr>
          <a:xfrm>
            <a:off x="1838380" y="1313739"/>
            <a:ext cx="57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I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52D6E11F-16BD-C746-D9FF-31E3336F0EA2}"/>
              </a:ext>
            </a:extLst>
          </p:cNvPr>
          <p:cNvSpPr txBox="1"/>
          <p:nvPr/>
        </p:nvSpPr>
        <p:spPr>
          <a:xfrm>
            <a:off x="1753550" y="2371355"/>
            <a:ext cx="5357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J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89FD1EB1-43EC-38D3-1EE1-1101CEFE42D1}"/>
              </a:ext>
            </a:extLst>
          </p:cNvPr>
          <p:cNvSpPr txBox="1"/>
          <p:nvPr/>
        </p:nvSpPr>
        <p:spPr>
          <a:xfrm>
            <a:off x="1734526" y="3430332"/>
            <a:ext cx="701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K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A1C2BFC2-EB51-1D99-5FFA-D8E31BB82204}"/>
              </a:ext>
            </a:extLst>
          </p:cNvPr>
          <p:cNvSpPr txBox="1"/>
          <p:nvPr/>
        </p:nvSpPr>
        <p:spPr>
          <a:xfrm>
            <a:off x="1778770" y="4484396"/>
            <a:ext cx="777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L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35D3CE3A-087C-DE5A-B246-F0094DBE9F15}"/>
              </a:ext>
            </a:extLst>
          </p:cNvPr>
          <p:cNvSpPr txBox="1"/>
          <p:nvPr/>
        </p:nvSpPr>
        <p:spPr>
          <a:xfrm>
            <a:off x="1697656" y="5538749"/>
            <a:ext cx="6511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M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905E10D7-B147-F325-07B2-C71C0FC0B266}"/>
              </a:ext>
            </a:extLst>
          </p:cNvPr>
          <p:cNvSpPr txBox="1"/>
          <p:nvPr/>
        </p:nvSpPr>
        <p:spPr>
          <a:xfrm>
            <a:off x="1734526" y="6591464"/>
            <a:ext cx="1261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N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4FC35178-942D-768F-85A4-429FC6E5D76C}"/>
              </a:ext>
            </a:extLst>
          </p:cNvPr>
          <p:cNvSpPr txBox="1"/>
          <p:nvPr/>
        </p:nvSpPr>
        <p:spPr>
          <a:xfrm>
            <a:off x="1690282" y="7666479"/>
            <a:ext cx="5757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O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D0327E94-60D9-B84E-0B38-C9F5BF085A71}"/>
              </a:ext>
            </a:extLst>
          </p:cNvPr>
          <p:cNvSpPr txBox="1"/>
          <p:nvPr/>
        </p:nvSpPr>
        <p:spPr>
          <a:xfrm>
            <a:off x="1734526" y="8713786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P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A2EE9574-19F7-9216-E2B9-6F0B57EB93B2}"/>
              </a:ext>
            </a:extLst>
          </p:cNvPr>
          <p:cNvSpPr txBox="1"/>
          <p:nvPr/>
        </p:nvSpPr>
        <p:spPr>
          <a:xfrm>
            <a:off x="3012525" y="1313739"/>
            <a:ext cx="57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I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533B9BA6-20CB-F7EC-F6BC-AAAB99C94DD0}"/>
              </a:ext>
            </a:extLst>
          </p:cNvPr>
          <p:cNvSpPr txBox="1"/>
          <p:nvPr/>
        </p:nvSpPr>
        <p:spPr>
          <a:xfrm>
            <a:off x="2927695" y="2371355"/>
            <a:ext cx="5357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J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FD207016-CD42-BDF6-4406-DD114342BC06}"/>
              </a:ext>
            </a:extLst>
          </p:cNvPr>
          <p:cNvSpPr txBox="1"/>
          <p:nvPr/>
        </p:nvSpPr>
        <p:spPr>
          <a:xfrm>
            <a:off x="2908671" y="3430332"/>
            <a:ext cx="701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K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BBFD7E4C-16F7-DD90-E065-10247C4F3055}"/>
              </a:ext>
            </a:extLst>
          </p:cNvPr>
          <p:cNvSpPr txBox="1"/>
          <p:nvPr/>
        </p:nvSpPr>
        <p:spPr>
          <a:xfrm>
            <a:off x="2952915" y="4484396"/>
            <a:ext cx="777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L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9E45F985-C7CA-7D39-E8D8-2C440437FDF6}"/>
              </a:ext>
            </a:extLst>
          </p:cNvPr>
          <p:cNvSpPr txBox="1"/>
          <p:nvPr/>
        </p:nvSpPr>
        <p:spPr>
          <a:xfrm>
            <a:off x="2871801" y="5538749"/>
            <a:ext cx="6511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M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A36EDE1-D4A3-B0CB-9607-36807AD07A09}"/>
              </a:ext>
            </a:extLst>
          </p:cNvPr>
          <p:cNvSpPr txBox="1"/>
          <p:nvPr/>
        </p:nvSpPr>
        <p:spPr>
          <a:xfrm>
            <a:off x="2908671" y="6591464"/>
            <a:ext cx="1261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N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AD4E77D6-370C-240A-6E46-F899D03500F2}"/>
              </a:ext>
            </a:extLst>
          </p:cNvPr>
          <p:cNvSpPr txBox="1"/>
          <p:nvPr/>
        </p:nvSpPr>
        <p:spPr>
          <a:xfrm>
            <a:off x="2864427" y="7666479"/>
            <a:ext cx="5757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O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76E668C8-F960-DACA-724E-BB6423347408}"/>
              </a:ext>
            </a:extLst>
          </p:cNvPr>
          <p:cNvSpPr txBox="1"/>
          <p:nvPr/>
        </p:nvSpPr>
        <p:spPr>
          <a:xfrm>
            <a:off x="2908671" y="8713786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P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34EF4087-DE85-03D0-2CCA-A087FF14B88E}"/>
              </a:ext>
            </a:extLst>
          </p:cNvPr>
          <p:cNvSpPr txBox="1"/>
          <p:nvPr/>
        </p:nvSpPr>
        <p:spPr>
          <a:xfrm>
            <a:off x="4182145" y="1313739"/>
            <a:ext cx="57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I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AE92FAD3-65B2-B0A0-78CC-7A93A58A691D}"/>
              </a:ext>
            </a:extLst>
          </p:cNvPr>
          <p:cNvSpPr txBox="1"/>
          <p:nvPr/>
        </p:nvSpPr>
        <p:spPr>
          <a:xfrm>
            <a:off x="4097315" y="2371355"/>
            <a:ext cx="5357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J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41681943-418A-7C70-B1AE-AD3B73564E96}"/>
              </a:ext>
            </a:extLst>
          </p:cNvPr>
          <p:cNvSpPr txBox="1"/>
          <p:nvPr/>
        </p:nvSpPr>
        <p:spPr>
          <a:xfrm>
            <a:off x="4078291" y="3430332"/>
            <a:ext cx="701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K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84D925C5-D02B-D27E-B5E1-27901CE90FCB}"/>
              </a:ext>
            </a:extLst>
          </p:cNvPr>
          <p:cNvSpPr txBox="1"/>
          <p:nvPr/>
        </p:nvSpPr>
        <p:spPr>
          <a:xfrm>
            <a:off x="4122535" y="4484396"/>
            <a:ext cx="777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L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80A97460-4966-1B46-E4B9-153BCC2F8E0C}"/>
              </a:ext>
            </a:extLst>
          </p:cNvPr>
          <p:cNvSpPr txBox="1"/>
          <p:nvPr/>
        </p:nvSpPr>
        <p:spPr>
          <a:xfrm>
            <a:off x="4041421" y="5538749"/>
            <a:ext cx="6511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M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496ED6B4-F034-4A4C-9030-6108A50A5000}"/>
              </a:ext>
            </a:extLst>
          </p:cNvPr>
          <p:cNvSpPr txBox="1"/>
          <p:nvPr/>
        </p:nvSpPr>
        <p:spPr>
          <a:xfrm>
            <a:off x="4078291" y="6591464"/>
            <a:ext cx="1261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N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90F3F22D-2A89-4317-9298-51860A4E1AD7}"/>
              </a:ext>
            </a:extLst>
          </p:cNvPr>
          <p:cNvSpPr txBox="1"/>
          <p:nvPr/>
        </p:nvSpPr>
        <p:spPr>
          <a:xfrm>
            <a:off x="4034047" y="7666479"/>
            <a:ext cx="5757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O</a:t>
            </a: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939CB21B-8E8D-972E-5FB3-AF27FC4F2C22}"/>
              </a:ext>
            </a:extLst>
          </p:cNvPr>
          <p:cNvSpPr txBox="1"/>
          <p:nvPr/>
        </p:nvSpPr>
        <p:spPr>
          <a:xfrm>
            <a:off x="4078291" y="8713786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P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E78081C-1CC6-EEF3-52B1-CCE0260B39D3}"/>
              </a:ext>
            </a:extLst>
          </p:cNvPr>
          <p:cNvSpPr txBox="1"/>
          <p:nvPr/>
        </p:nvSpPr>
        <p:spPr>
          <a:xfrm>
            <a:off x="5381684" y="1313739"/>
            <a:ext cx="57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I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252C0011-9AB5-8134-6573-3E67DB29E0FE}"/>
              </a:ext>
            </a:extLst>
          </p:cNvPr>
          <p:cNvSpPr txBox="1"/>
          <p:nvPr/>
        </p:nvSpPr>
        <p:spPr>
          <a:xfrm>
            <a:off x="5296854" y="2371355"/>
            <a:ext cx="5357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J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40476E3-8839-88F1-C00C-11531BAD526D}"/>
              </a:ext>
            </a:extLst>
          </p:cNvPr>
          <p:cNvSpPr txBox="1"/>
          <p:nvPr/>
        </p:nvSpPr>
        <p:spPr>
          <a:xfrm>
            <a:off x="5277830" y="3430332"/>
            <a:ext cx="701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K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72B566BF-D638-47F5-9417-DE4D092D20B3}"/>
              </a:ext>
            </a:extLst>
          </p:cNvPr>
          <p:cNvSpPr txBox="1"/>
          <p:nvPr/>
        </p:nvSpPr>
        <p:spPr>
          <a:xfrm>
            <a:off x="5322074" y="4484396"/>
            <a:ext cx="777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L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DEBEA44C-9E42-4DED-141E-6B62909C5714}"/>
              </a:ext>
            </a:extLst>
          </p:cNvPr>
          <p:cNvSpPr txBox="1"/>
          <p:nvPr/>
        </p:nvSpPr>
        <p:spPr>
          <a:xfrm>
            <a:off x="5240960" y="5538749"/>
            <a:ext cx="6511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M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C28B5B3-AEBB-D2ED-57DB-52F5211944B5}"/>
              </a:ext>
            </a:extLst>
          </p:cNvPr>
          <p:cNvSpPr txBox="1"/>
          <p:nvPr/>
        </p:nvSpPr>
        <p:spPr>
          <a:xfrm>
            <a:off x="5277830" y="6591464"/>
            <a:ext cx="1261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N</a:t>
            </a: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7934C269-E0FA-DDF9-4858-E86A74C058E0}"/>
              </a:ext>
            </a:extLst>
          </p:cNvPr>
          <p:cNvSpPr txBox="1"/>
          <p:nvPr/>
        </p:nvSpPr>
        <p:spPr>
          <a:xfrm>
            <a:off x="5233586" y="7666479"/>
            <a:ext cx="5757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O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87D88D34-7DA8-0172-6C51-9F31EB2739ED}"/>
              </a:ext>
            </a:extLst>
          </p:cNvPr>
          <p:cNvSpPr txBox="1"/>
          <p:nvPr/>
        </p:nvSpPr>
        <p:spPr>
          <a:xfrm>
            <a:off x="5277830" y="8713786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P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0D8E31BF-FCAB-35B5-862F-8D69D60D0B13}"/>
              </a:ext>
            </a:extLst>
          </p:cNvPr>
          <p:cNvSpPr txBox="1"/>
          <p:nvPr/>
        </p:nvSpPr>
        <p:spPr>
          <a:xfrm>
            <a:off x="6555829" y="1313739"/>
            <a:ext cx="57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I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7B0E3C2F-11F1-5F5A-C6D8-68CA317DA2DE}"/>
              </a:ext>
            </a:extLst>
          </p:cNvPr>
          <p:cNvSpPr txBox="1"/>
          <p:nvPr/>
        </p:nvSpPr>
        <p:spPr>
          <a:xfrm>
            <a:off x="6470999" y="2371355"/>
            <a:ext cx="5357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J</a:t>
            </a:r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DC372725-2346-7C92-1BB6-EFD457B029E3}"/>
              </a:ext>
            </a:extLst>
          </p:cNvPr>
          <p:cNvSpPr txBox="1"/>
          <p:nvPr/>
        </p:nvSpPr>
        <p:spPr>
          <a:xfrm>
            <a:off x="6451975" y="3430332"/>
            <a:ext cx="701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K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1807EE76-11CD-EEE8-C348-ED3F8DA011F0}"/>
              </a:ext>
            </a:extLst>
          </p:cNvPr>
          <p:cNvSpPr txBox="1"/>
          <p:nvPr/>
        </p:nvSpPr>
        <p:spPr>
          <a:xfrm>
            <a:off x="6496219" y="4484396"/>
            <a:ext cx="777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L</a:t>
            </a:r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DA2AA277-FE85-4B90-621E-51BB2BB9BD83}"/>
              </a:ext>
            </a:extLst>
          </p:cNvPr>
          <p:cNvSpPr txBox="1"/>
          <p:nvPr/>
        </p:nvSpPr>
        <p:spPr>
          <a:xfrm>
            <a:off x="6415105" y="5538749"/>
            <a:ext cx="6511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M</a:t>
            </a: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DA03A982-F28C-80CB-A5D6-987440E19F36}"/>
              </a:ext>
            </a:extLst>
          </p:cNvPr>
          <p:cNvSpPr txBox="1"/>
          <p:nvPr/>
        </p:nvSpPr>
        <p:spPr>
          <a:xfrm>
            <a:off x="6451975" y="6591464"/>
            <a:ext cx="1261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N</a:t>
            </a:r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B99C90C5-0C17-D5B0-9CAD-6E9DB04DF8F6}"/>
              </a:ext>
            </a:extLst>
          </p:cNvPr>
          <p:cNvSpPr txBox="1"/>
          <p:nvPr/>
        </p:nvSpPr>
        <p:spPr>
          <a:xfrm>
            <a:off x="6407731" y="7666479"/>
            <a:ext cx="5757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O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9549DD52-612A-07C7-5748-4573557C8AA3}"/>
              </a:ext>
            </a:extLst>
          </p:cNvPr>
          <p:cNvSpPr txBox="1"/>
          <p:nvPr/>
        </p:nvSpPr>
        <p:spPr>
          <a:xfrm>
            <a:off x="6451975" y="8713786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P</a:t>
            </a:r>
          </a:p>
        </p:txBody>
      </p:sp>
      <p:sp>
        <p:nvSpPr>
          <p:cNvPr id="3" name="Sous-titre 4">
            <a:extLst>
              <a:ext uri="{FF2B5EF4-FFF2-40B4-BE49-F238E27FC236}">
                <a16:creationId xmlns:a16="http://schemas.microsoft.com/office/drawing/2014/main" id="{EB61DED5-C1D9-C9E6-66B0-DBE546E7E761}"/>
              </a:ext>
            </a:extLst>
          </p:cNvPr>
          <p:cNvSpPr txBox="1">
            <a:spLocks/>
          </p:cNvSpPr>
          <p:nvPr/>
        </p:nvSpPr>
        <p:spPr>
          <a:xfrm>
            <a:off x="895021" y="761767"/>
            <a:ext cx="6033384" cy="7207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4379" indent="-194379" algn="l" defTabSz="777514" rtl="0" eaLnBrk="1" latinLnBrk="0" hangingPunct="1">
              <a:lnSpc>
                <a:spcPct val="9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 sz="23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3136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20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893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0650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49407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8164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922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5679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4436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4800" b="1" dirty="0">
                <a:latin typeface="CCBiffBamBoomOutline" panose="00000500000000000000" pitchFamily="50" charset="0"/>
              </a:rPr>
              <a:t>Heroinky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0625C2AC-6082-C72F-65C4-E413FCA6BA12}"/>
              </a:ext>
            </a:extLst>
          </p:cNvPr>
          <p:cNvGrpSpPr/>
          <p:nvPr/>
        </p:nvGrpSpPr>
        <p:grpSpPr>
          <a:xfrm>
            <a:off x="6887019" y="750924"/>
            <a:ext cx="414127" cy="8744929"/>
            <a:chOff x="6852408" y="693649"/>
            <a:chExt cx="414127" cy="8744929"/>
          </a:xfrm>
        </p:grpSpPr>
        <p:cxnSp>
          <p:nvCxnSpPr>
            <p:cNvPr id="4" name="Connecteur droit 3">
              <a:extLst>
                <a:ext uri="{FF2B5EF4-FFF2-40B4-BE49-F238E27FC236}">
                  <a16:creationId xmlns:a16="http://schemas.microsoft.com/office/drawing/2014/main" id="{5786C1A2-3609-2977-B319-51BC79D42D14}"/>
                </a:ext>
              </a:extLst>
            </p:cNvPr>
            <p:cNvCxnSpPr/>
            <p:nvPr/>
          </p:nvCxnSpPr>
          <p:spPr>
            <a:xfrm>
              <a:off x="7212238" y="806987"/>
              <a:ext cx="54297" cy="8631591"/>
            </a:xfrm>
            <a:prstGeom prst="line">
              <a:avLst/>
            </a:prstGeom>
            <a:ln w="19050" cap="flat" cmpd="sng" algn="ctr">
              <a:solidFill>
                <a:schemeClr val="bg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5" name="Image 4" descr="Une image contenant noir, obscurité&#10;&#10;Le contenu généré par l’IA peut être incorrect.">
              <a:extLst>
                <a:ext uri="{FF2B5EF4-FFF2-40B4-BE49-F238E27FC236}">
                  <a16:creationId xmlns:a16="http://schemas.microsoft.com/office/drawing/2014/main" id="{125B4447-D1D5-B83E-A377-29F42A9E9C36}"/>
                </a:ext>
              </a:extLst>
            </p:cNvPr>
            <p:cNvPicPr/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145623">
              <a:off x="6852408" y="693649"/>
              <a:ext cx="404644" cy="374074"/>
            </a:xfrm>
            <a:prstGeom prst="rect">
              <a:avLst/>
            </a:prstGeom>
          </p:spPr>
        </p:pic>
      </p:grpSp>
      <p:sp>
        <p:nvSpPr>
          <p:cNvPr id="6" name="ZoneTexte 5">
            <a:extLst>
              <a:ext uri="{FF2B5EF4-FFF2-40B4-BE49-F238E27FC236}">
                <a16:creationId xmlns:a16="http://schemas.microsoft.com/office/drawing/2014/main" id="{2695910D-FC9A-DF43-9ACE-A5CC3062F417}"/>
              </a:ext>
            </a:extLst>
          </p:cNvPr>
          <p:cNvSpPr txBox="1"/>
          <p:nvPr/>
        </p:nvSpPr>
        <p:spPr>
          <a:xfrm>
            <a:off x="2723846" y="9570298"/>
            <a:ext cx="23278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www.loopinky.com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C632984-624F-A6D9-15B9-78DD3BBD605B}"/>
              </a:ext>
            </a:extLst>
          </p:cNvPr>
          <p:cNvSpPr txBox="1"/>
          <p:nvPr/>
        </p:nvSpPr>
        <p:spPr>
          <a:xfrm>
            <a:off x="2729222" y="289981"/>
            <a:ext cx="25330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For </a:t>
            </a:r>
            <a:r>
              <a:rPr lang="fr-FR" sz="1600" dirty="0" err="1">
                <a:latin typeface="New Kansas Black" pitchFamily="50" charset="0"/>
                <a:cs typeface="Arial" panose="020B0604020202020204" pitchFamily="34" charset="0"/>
              </a:rPr>
              <a:t>personal</a:t>
            </a:r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 use </a:t>
            </a:r>
            <a:r>
              <a:rPr lang="fr-FR" sz="1600" dirty="0" err="1">
                <a:latin typeface="New Kansas Black" pitchFamily="50" charset="0"/>
                <a:cs typeface="Arial" panose="020B0604020202020204" pitchFamily="34" charset="0"/>
              </a:rPr>
              <a:t>only</a:t>
            </a:r>
            <a:endParaRPr lang="fr-FR" sz="1600" dirty="0">
              <a:latin typeface="New Kansas Black" pitchFamily="50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076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D7657-93A3-A418-75C4-83AF828E1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Espace réservé du contenu 15">
            <a:extLst>
              <a:ext uri="{FF2B5EF4-FFF2-40B4-BE49-F238E27FC236}">
                <a16:creationId xmlns:a16="http://schemas.microsoft.com/office/drawing/2014/main" id="{338EEE67-D16F-6905-EEBC-EE161F1E78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6141612"/>
              </p:ext>
            </p:extLst>
          </p:nvPr>
        </p:nvGraphicFramePr>
        <p:xfrm>
          <a:off x="501121" y="1499879"/>
          <a:ext cx="6705600" cy="81872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05600">
                  <a:extLst>
                    <a:ext uri="{9D8B030D-6E8A-4147-A177-3AD203B41FA5}">
                      <a16:colId xmlns:a16="http://schemas.microsoft.com/office/drawing/2014/main" val="2942660820"/>
                    </a:ext>
                  </a:extLst>
                </a:gridCol>
              </a:tblGrid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56827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82588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8740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761948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75798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928746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10676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083555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96292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771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05536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56678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15623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007119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4704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3913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90772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71536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19877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53780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35950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105826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143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555494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62240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642309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37069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82031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13249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07216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252631"/>
                  </a:ext>
                </a:extLst>
              </a:tr>
            </a:tbl>
          </a:graphicData>
        </a:graphic>
      </p:graphicFrame>
      <p:sp>
        <p:nvSpPr>
          <p:cNvPr id="18" name="ZoneTexte 17">
            <a:extLst>
              <a:ext uri="{FF2B5EF4-FFF2-40B4-BE49-F238E27FC236}">
                <a16:creationId xmlns:a16="http://schemas.microsoft.com/office/drawing/2014/main" id="{A7A3836A-C2B2-F485-7D87-E58DEEC3764F}"/>
              </a:ext>
            </a:extLst>
          </p:cNvPr>
          <p:cNvSpPr txBox="1"/>
          <p:nvPr/>
        </p:nvSpPr>
        <p:spPr>
          <a:xfrm>
            <a:off x="520473" y="1329334"/>
            <a:ext cx="57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Q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795B19F-B7E1-F4B5-4A74-EC10D3672FBC}"/>
              </a:ext>
            </a:extLst>
          </p:cNvPr>
          <p:cNvSpPr txBox="1"/>
          <p:nvPr/>
        </p:nvSpPr>
        <p:spPr>
          <a:xfrm>
            <a:off x="520473" y="2392923"/>
            <a:ext cx="5661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R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114AD83-08C1-0A62-9095-89026FA2E412}"/>
              </a:ext>
            </a:extLst>
          </p:cNvPr>
          <p:cNvSpPr txBox="1"/>
          <p:nvPr/>
        </p:nvSpPr>
        <p:spPr>
          <a:xfrm>
            <a:off x="520473" y="3445927"/>
            <a:ext cx="701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8DF3213-7004-75D0-2592-8FD7ECC813D7}"/>
              </a:ext>
            </a:extLst>
          </p:cNvPr>
          <p:cNvSpPr txBox="1"/>
          <p:nvPr/>
        </p:nvSpPr>
        <p:spPr>
          <a:xfrm>
            <a:off x="520473" y="4499991"/>
            <a:ext cx="777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T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6850778-298A-F4A7-B800-8C4B52A72173}"/>
              </a:ext>
            </a:extLst>
          </p:cNvPr>
          <p:cNvSpPr txBox="1"/>
          <p:nvPr/>
        </p:nvSpPr>
        <p:spPr>
          <a:xfrm>
            <a:off x="520473" y="5554344"/>
            <a:ext cx="5838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U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805E2FA-09D2-A38C-C934-C6BD6FF2F019}"/>
              </a:ext>
            </a:extLst>
          </p:cNvPr>
          <p:cNvSpPr txBox="1"/>
          <p:nvPr/>
        </p:nvSpPr>
        <p:spPr>
          <a:xfrm>
            <a:off x="520473" y="6607059"/>
            <a:ext cx="912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V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9A288F6-C935-AF7E-D0F8-E5EDCD217FDA}"/>
              </a:ext>
            </a:extLst>
          </p:cNvPr>
          <p:cNvSpPr txBox="1"/>
          <p:nvPr/>
        </p:nvSpPr>
        <p:spPr>
          <a:xfrm>
            <a:off x="520473" y="7668220"/>
            <a:ext cx="6447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W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C43F89A-FF1B-B62F-15CD-8247715A230E}"/>
              </a:ext>
            </a:extLst>
          </p:cNvPr>
          <p:cNvSpPr txBox="1"/>
          <p:nvPr/>
        </p:nvSpPr>
        <p:spPr>
          <a:xfrm>
            <a:off x="520473" y="8729381"/>
            <a:ext cx="5469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X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4449B592-65DF-E2A8-5A14-80822721EB80}"/>
              </a:ext>
            </a:extLst>
          </p:cNvPr>
          <p:cNvSpPr txBox="1"/>
          <p:nvPr/>
        </p:nvSpPr>
        <p:spPr>
          <a:xfrm>
            <a:off x="1720012" y="1329334"/>
            <a:ext cx="57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Q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99F2AC4-B6D9-0569-A71D-B33AE59AEE4A}"/>
              </a:ext>
            </a:extLst>
          </p:cNvPr>
          <p:cNvSpPr txBox="1"/>
          <p:nvPr/>
        </p:nvSpPr>
        <p:spPr>
          <a:xfrm>
            <a:off x="1720012" y="2392923"/>
            <a:ext cx="5661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R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05A4869-732C-FF25-559E-1CF72B1B207A}"/>
              </a:ext>
            </a:extLst>
          </p:cNvPr>
          <p:cNvSpPr txBox="1"/>
          <p:nvPr/>
        </p:nvSpPr>
        <p:spPr>
          <a:xfrm>
            <a:off x="1720012" y="3445927"/>
            <a:ext cx="701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S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B62F439-A260-4A40-E98D-5D7F5C3FC7D9}"/>
              </a:ext>
            </a:extLst>
          </p:cNvPr>
          <p:cNvSpPr txBox="1"/>
          <p:nvPr/>
        </p:nvSpPr>
        <p:spPr>
          <a:xfrm>
            <a:off x="1720012" y="4499991"/>
            <a:ext cx="777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T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6CE00182-F5F4-2E79-C8C5-A30667662DA0}"/>
              </a:ext>
            </a:extLst>
          </p:cNvPr>
          <p:cNvSpPr txBox="1"/>
          <p:nvPr/>
        </p:nvSpPr>
        <p:spPr>
          <a:xfrm>
            <a:off x="1720012" y="5554344"/>
            <a:ext cx="5838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U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9DC7E0C8-95DB-CA1C-DD97-F268A35B25DD}"/>
              </a:ext>
            </a:extLst>
          </p:cNvPr>
          <p:cNvSpPr txBox="1"/>
          <p:nvPr/>
        </p:nvSpPr>
        <p:spPr>
          <a:xfrm>
            <a:off x="1720012" y="6607059"/>
            <a:ext cx="912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V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9957249-0628-0752-A365-73AFDE748AA9}"/>
              </a:ext>
            </a:extLst>
          </p:cNvPr>
          <p:cNvSpPr txBox="1"/>
          <p:nvPr/>
        </p:nvSpPr>
        <p:spPr>
          <a:xfrm>
            <a:off x="1720012" y="7668220"/>
            <a:ext cx="6447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W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F9E0BE8F-8163-8F72-17C2-40D3691204AB}"/>
              </a:ext>
            </a:extLst>
          </p:cNvPr>
          <p:cNvSpPr txBox="1"/>
          <p:nvPr/>
        </p:nvSpPr>
        <p:spPr>
          <a:xfrm>
            <a:off x="1720012" y="8729381"/>
            <a:ext cx="5469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X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27F915A7-D239-4668-75FB-23E9274EE35D}"/>
              </a:ext>
            </a:extLst>
          </p:cNvPr>
          <p:cNvSpPr txBox="1"/>
          <p:nvPr/>
        </p:nvSpPr>
        <p:spPr>
          <a:xfrm>
            <a:off x="2894157" y="1329334"/>
            <a:ext cx="57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Q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098E251D-6D37-7FC1-5EBC-6DE3E4817F23}"/>
              </a:ext>
            </a:extLst>
          </p:cNvPr>
          <p:cNvSpPr txBox="1"/>
          <p:nvPr/>
        </p:nvSpPr>
        <p:spPr>
          <a:xfrm>
            <a:off x="2894157" y="2392923"/>
            <a:ext cx="5661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R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1C30E77C-C18E-AE66-AC86-E8387DBB51B2}"/>
              </a:ext>
            </a:extLst>
          </p:cNvPr>
          <p:cNvSpPr txBox="1"/>
          <p:nvPr/>
        </p:nvSpPr>
        <p:spPr>
          <a:xfrm>
            <a:off x="2894157" y="3445927"/>
            <a:ext cx="701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S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1D48915A-A6AA-7EA3-AB7B-9B7CBFC94D2F}"/>
              </a:ext>
            </a:extLst>
          </p:cNvPr>
          <p:cNvSpPr txBox="1"/>
          <p:nvPr/>
        </p:nvSpPr>
        <p:spPr>
          <a:xfrm>
            <a:off x="2894157" y="4499991"/>
            <a:ext cx="777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T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527A934B-1BD4-3923-458C-E9BAA9791517}"/>
              </a:ext>
            </a:extLst>
          </p:cNvPr>
          <p:cNvSpPr txBox="1"/>
          <p:nvPr/>
        </p:nvSpPr>
        <p:spPr>
          <a:xfrm>
            <a:off x="2894157" y="5554344"/>
            <a:ext cx="5838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U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EC55776C-30E1-BFE4-66E5-952440DC7D83}"/>
              </a:ext>
            </a:extLst>
          </p:cNvPr>
          <p:cNvSpPr txBox="1"/>
          <p:nvPr/>
        </p:nvSpPr>
        <p:spPr>
          <a:xfrm>
            <a:off x="2894157" y="6607059"/>
            <a:ext cx="912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V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6EB93B14-195B-27BF-50CE-2AAF9C7DB28E}"/>
              </a:ext>
            </a:extLst>
          </p:cNvPr>
          <p:cNvSpPr txBox="1"/>
          <p:nvPr/>
        </p:nvSpPr>
        <p:spPr>
          <a:xfrm>
            <a:off x="2894157" y="7668220"/>
            <a:ext cx="6447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W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1A67B91A-E508-B4FD-8A82-112630455E2B}"/>
              </a:ext>
            </a:extLst>
          </p:cNvPr>
          <p:cNvSpPr txBox="1"/>
          <p:nvPr/>
        </p:nvSpPr>
        <p:spPr>
          <a:xfrm>
            <a:off x="2894157" y="8729381"/>
            <a:ext cx="5469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X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86C45300-5F05-7486-B68A-8DC1B3FD879C}"/>
              </a:ext>
            </a:extLst>
          </p:cNvPr>
          <p:cNvSpPr txBox="1"/>
          <p:nvPr/>
        </p:nvSpPr>
        <p:spPr>
          <a:xfrm>
            <a:off x="4063777" y="1329334"/>
            <a:ext cx="57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Q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F825AD71-0885-AABB-6CA8-35626FC8CA36}"/>
              </a:ext>
            </a:extLst>
          </p:cNvPr>
          <p:cNvSpPr txBox="1"/>
          <p:nvPr/>
        </p:nvSpPr>
        <p:spPr>
          <a:xfrm>
            <a:off x="4063777" y="2392923"/>
            <a:ext cx="5661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R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0E865797-056E-FB09-E4BB-977C2A32EF51}"/>
              </a:ext>
            </a:extLst>
          </p:cNvPr>
          <p:cNvSpPr txBox="1"/>
          <p:nvPr/>
        </p:nvSpPr>
        <p:spPr>
          <a:xfrm>
            <a:off x="4063777" y="3445927"/>
            <a:ext cx="701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S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1DF7C3A5-4C0F-CBE0-C68D-73B7BEFDF5C1}"/>
              </a:ext>
            </a:extLst>
          </p:cNvPr>
          <p:cNvSpPr txBox="1"/>
          <p:nvPr/>
        </p:nvSpPr>
        <p:spPr>
          <a:xfrm>
            <a:off x="4063777" y="4499991"/>
            <a:ext cx="777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T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FEA0944E-6092-E5D5-BD20-A56815408D7B}"/>
              </a:ext>
            </a:extLst>
          </p:cNvPr>
          <p:cNvSpPr txBox="1"/>
          <p:nvPr/>
        </p:nvSpPr>
        <p:spPr>
          <a:xfrm>
            <a:off x="4063777" y="5554344"/>
            <a:ext cx="5838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U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ACB3C993-189D-F0E4-1BD3-B1B0219DA413}"/>
              </a:ext>
            </a:extLst>
          </p:cNvPr>
          <p:cNvSpPr txBox="1"/>
          <p:nvPr/>
        </p:nvSpPr>
        <p:spPr>
          <a:xfrm>
            <a:off x="4063777" y="6607059"/>
            <a:ext cx="912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V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EFABB1B9-CB49-C673-BEDC-C9ED678C05D8}"/>
              </a:ext>
            </a:extLst>
          </p:cNvPr>
          <p:cNvSpPr txBox="1"/>
          <p:nvPr/>
        </p:nvSpPr>
        <p:spPr>
          <a:xfrm>
            <a:off x="4063777" y="7668220"/>
            <a:ext cx="6447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W</a:t>
            </a: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AABCBEB0-D64A-5416-05E7-2C6FC8F2876E}"/>
              </a:ext>
            </a:extLst>
          </p:cNvPr>
          <p:cNvSpPr txBox="1"/>
          <p:nvPr/>
        </p:nvSpPr>
        <p:spPr>
          <a:xfrm>
            <a:off x="4063777" y="8729381"/>
            <a:ext cx="5469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X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4FBBA522-553B-2E95-DBD7-5BF3B50336EA}"/>
              </a:ext>
            </a:extLst>
          </p:cNvPr>
          <p:cNvSpPr txBox="1"/>
          <p:nvPr/>
        </p:nvSpPr>
        <p:spPr>
          <a:xfrm>
            <a:off x="5263316" y="1329334"/>
            <a:ext cx="57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Q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B04542C7-04CE-5ED4-A8CF-AAD2AD915A4A}"/>
              </a:ext>
            </a:extLst>
          </p:cNvPr>
          <p:cNvSpPr txBox="1"/>
          <p:nvPr/>
        </p:nvSpPr>
        <p:spPr>
          <a:xfrm>
            <a:off x="5263316" y="2392923"/>
            <a:ext cx="5661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R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D2CE709A-91CE-0F15-5336-2BE47A1ECC27}"/>
              </a:ext>
            </a:extLst>
          </p:cNvPr>
          <p:cNvSpPr txBox="1"/>
          <p:nvPr/>
        </p:nvSpPr>
        <p:spPr>
          <a:xfrm>
            <a:off x="5263316" y="3445927"/>
            <a:ext cx="701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D728E56E-65EB-E658-C73D-4267C801ABD9}"/>
              </a:ext>
            </a:extLst>
          </p:cNvPr>
          <p:cNvSpPr txBox="1"/>
          <p:nvPr/>
        </p:nvSpPr>
        <p:spPr>
          <a:xfrm>
            <a:off x="5263316" y="4499991"/>
            <a:ext cx="777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T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12DC59FA-5447-FCED-842F-AAC349BF08D8}"/>
              </a:ext>
            </a:extLst>
          </p:cNvPr>
          <p:cNvSpPr txBox="1"/>
          <p:nvPr/>
        </p:nvSpPr>
        <p:spPr>
          <a:xfrm>
            <a:off x="5263316" y="5554344"/>
            <a:ext cx="5838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U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0E7BF171-E951-E28E-09B4-E4B9C61FAE06}"/>
              </a:ext>
            </a:extLst>
          </p:cNvPr>
          <p:cNvSpPr txBox="1"/>
          <p:nvPr/>
        </p:nvSpPr>
        <p:spPr>
          <a:xfrm>
            <a:off x="5263316" y="6607059"/>
            <a:ext cx="912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V</a:t>
            </a: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D2C9781F-DF7A-66D1-DAB8-44F4B9C5C0BE}"/>
              </a:ext>
            </a:extLst>
          </p:cNvPr>
          <p:cNvSpPr txBox="1"/>
          <p:nvPr/>
        </p:nvSpPr>
        <p:spPr>
          <a:xfrm>
            <a:off x="5263316" y="7668220"/>
            <a:ext cx="6447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W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629652B0-7041-92F0-1814-D86DDC8B6152}"/>
              </a:ext>
            </a:extLst>
          </p:cNvPr>
          <p:cNvSpPr txBox="1"/>
          <p:nvPr/>
        </p:nvSpPr>
        <p:spPr>
          <a:xfrm>
            <a:off x="5263316" y="8729381"/>
            <a:ext cx="5469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X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566A8285-6163-A329-A6FC-CCCDFA79C817}"/>
              </a:ext>
            </a:extLst>
          </p:cNvPr>
          <p:cNvSpPr txBox="1"/>
          <p:nvPr/>
        </p:nvSpPr>
        <p:spPr>
          <a:xfrm>
            <a:off x="6437461" y="1329334"/>
            <a:ext cx="57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Q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EB616861-C30C-992C-3849-772AE6175087}"/>
              </a:ext>
            </a:extLst>
          </p:cNvPr>
          <p:cNvSpPr txBox="1"/>
          <p:nvPr/>
        </p:nvSpPr>
        <p:spPr>
          <a:xfrm>
            <a:off x="6437461" y="2392923"/>
            <a:ext cx="5661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R</a:t>
            </a:r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A1FBAC38-0161-D2CC-C5D9-85E3072B271C}"/>
              </a:ext>
            </a:extLst>
          </p:cNvPr>
          <p:cNvSpPr txBox="1"/>
          <p:nvPr/>
        </p:nvSpPr>
        <p:spPr>
          <a:xfrm>
            <a:off x="6437461" y="3445927"/>
            <a:ext cx="701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S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CC04F6DA-73CF-3DE3-89E3-C61A690F2BBE}"/>
              </a:ext>
            </a:extLst>
          </p:cNvPr>
          <p:cNvSpPr txBox="1"/>
          <p:nvPr/>
        </p:nvSpPr>
        <p:spPr>
          <a:xfrm>
            <a:off x="6437461" y="4499991"/>
            <a:ext cx="777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T</a:t>
            </a:r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9CD981D6-C810-E84F-D3A4-F6E2ACA75200}"/>
              </a:ext>
            </a:extLst>
          </p:cNvPr>
          <p:cNvSpPr txBox="1"/>
          <p:nvPr/>
        </p:nvSpPr>
        <p:spPr>
          <a:xfrm>
            <a:off x="6437461" y="5554344"/>
            <a:ext cx="5838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U</a:t>
            </a: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56847DB4-A816-1531-C08D-9897F198A757}"/>
              </a:ext>
            </a:extLst>
          </p:cNvPr>
          <p:cNvSpPr txBox="1"/>
          <p:nvPr/>
        </p:nvSpPr>
        <p:spPr>
          <a:xfrm>
            <a:off x="6437461" y="6607059"/>
            <a:ext cx="912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V</a:t>
            </a:r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C30647A1-6A5B-846A-A80B-FC1F136F49B2}"/>
              </a:ext>
            </a:extLst>
          </p:cNvPr>
          <p:cNvSpPr txBox="1"/>
          <p:nvPr/>
        </p:nvSpPr>
        <p:spPr>
          <a:xfrm>
            <a:off x="6437461" y="7668220"/>
            <a:ext cx="6447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W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6FA7F7F8-6EBD-D86D-D2D2-43E046D1FAB4}"/>
              </a:ext>
            </a:extLst>
          </p:cNvPr>
          <p:cNvSpPr txBox="1"/>
          <p:nvPr/>
        </p:nvSpPr>
        <p:spPr>
          <a:xfrm>
            <a:off x="6437461" y="8729381"/>
            <a:ext cx="5469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X</a:t>
            </a:r>
          </a:p>
        </p:txBody>
      </p:sp>
      <p:sp>
        <p:nvSpPr>
          <p:cNvPr id="3" name="Sous-titre 4">
            <a:extLst>
              <a:ext uri="{FF2B5EF4-FFF2-40B4-BE49-F238E27FC236}">
                <a16:creationId xmlns:a16="http://schemas.microsoft.com/office/drawing/2014/main" id="{323076EB-48CB-35AA-2538-A0D4FCD35E71}"/>
              </a:ext>
            </a:extLst>
          </p:cNvPr>
          <p:cNvSpPr txBox="1">
            <a:spLocks/>
          </p:cNvSpPr>
          <p:nvPr/>
        </p:nvSpPr>
        <p:spPr>
          <a:xfrm>
            <a:off x="880507" y="761767"/>
            <a:ext cx="6033384" cy="7207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4379" indent="-194379" algn="l" defTabSz="777514" rtl="0" eaLnBrk="1" latinLnBrk="0" hangingPunct="1">
              <a:lnSpc>
                <a:spcPct val="9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 sz="23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3136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20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893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0650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49407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8164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922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5679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4436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4800" b="1" dirty="0">
                <a:latin typeface="CCBiffBamBoomOutline" panose="00000500000000000000" pitchFamily="50" charset="0"/>
              </a:rPr>
              <a:t>Heroinky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E8825AF-C007-3807-16DB-DDE8D18748EF}"/>
              </a:ext>
            </a:extLst>
          </p:cNvPr>
          <p:cNvSpPr txBox="1"/>
          <p:nvPr/>
        </p:nvSpPr>
        <p:spPr>
          <a:xfrm>
            <a:off x="2723846" y="9570298"/>
            <a:ext cx="23278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www.loopinky.com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296621C-24B7-DB7E-39BD-AE4EA947BA47}"/>
              </a:ext>
            </a:extLst>
          </p:cNvPr>
          <p:cNvSpPr txBox="1"/>
          <p:nvPr/>
        </p:nvSpPr>
        <p:spPr>
          <a:xfrm>
            <a:off x="2729222" y="289981"/>
            <a:ext cx="25330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For </a:t>
            </a:r>
            <a:r>
              <a:rPr lang="fr-FR" sz="1600" dirty="0" err="1">
                <a:latin typeface="New Kansas Black" pitchFamily="50" charset="0"/>
                <a:cs typeface="Arial" panose="020B0604020202020204" pitchFamily="34" charset="0"/>
              </a:rPr>
              <a:t>personal</a:t>
            </a:r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 use </a:t>
            </a:r>
            <a:r>
              <a:rPr lang="fr-FR" sz="1600" dirty="0" err="1">
                <a:latin typeface="New Kansas Black" pitchFamily="50" charset="0"/>
                <a:cs typeface="Arial" panose="020B0604020202020204" pitchFamily="34" charset="0"/>
              </a:rPr>
              <a:t>only</a:t>
            </a:r>
            <a:endParaRPr lang="fr-FR" sz="1600" dirty="0">
              <a:latin typeface="New Kansas Black" pitchFamily="50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293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D3596-D1BA-8966-05A6-8412B49E7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Espace réservé du contenu 15">
            <a:extLst>
              <a:ext uri="{FF2B5EF4-FFF2-40B4-BE49-F238E27FC236}">
                <a16:creationId xmlns:a16="http://schemas.microsoft.com/office/drawing/2014/main" id="{7D63FF58-DC65-8514-5BB9-CFDCBC1F8638}"/>
              </a:ext>
            </a:extLst>
          </p:cNvPr>
          <p:cNvGraphicFramePr>
            <a:graphicFrameLocks noGrp="1" noDrilldown="1" noMove="1" noResize="1"/>
          </p:cNvGraphicFramePr>
          <p:nvPr>
            <p:ph idx="1"/>
          </p:nvPr>
        </p:nvGraphicFramePr>
        <p:xfrm>
          <a:off x="534987" y="1499879"/>
          <a:ext cx="6705600" cy="81872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05600">
                  <a:extLst>
                    <a:ext uri="{9D8B030D-6E8A-4147-A177-3AD203B41FA5}">
                      <a16:colId xmlns:a16="http://schemas.microsoft.com/office/drawing/2014/main" val="2942660820"/>
                    </a:ext>
                  </a:extLst>
                </a:gridCol>
              </a:tblGrid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56827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82588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8740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761948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75798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928746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10676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083555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96292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771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05536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56678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15623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007119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4704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3913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90772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71536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19877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53780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35950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105826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143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555494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62240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642309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37069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82031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13249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07216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252631"/>
                  </a:ext>
                </a:extLst>
              </a:tr>
            </a:tbl>
          </a:graphicData>
        </a:graphic>
      </p:graphicFrame>
      <p:sp>
        <p:nvSpPr>
          <p:cNvPr id="18" name="ZoneTexte 17">
            <a:extLst>
              <a:ext uri="{FF2B5EF4-FFF2-40B4-BE49-F238E27FC236}">
                <a16:creationId xmlns:a16="http://schemas.microsoft.com/office/drawing/2014/main" id="{081689FE-51DA-E981-4995-734809232CEF}"/>
              </a:ext>
            </a:extLst>
          </p:cNvPr>
          <p:cNvSpPr txBox="1"/>
          <p:nvPr/>
        </p:nvSpPr>
        <p:spPr>
          <a:xfrm>
            <a:off x="534987" y="1315604"/>
            <a:ext cx="57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Y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F9BBFA4-694F-4300-1384-AFC9B858B0AE}"/>
              </a:ext>
            </a:extLst>
          </p:cNvPr>
          <p:cNvSpPr txBox="1"/>
          <p:nvPr/>
        </p:nvSpPr>
        <p:spPr>
          <a:xfrm>
            <a:off x="534987" y="2365339"/>
            <a:ext cx="5661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latin typeface="CCBiffBamBoomOutline" panose="00000500000000000000" pitchFamily="50" charset="0"/>
              </a:rPr>
              <a:t>Z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4B19D798-3F98-6EDE-CC07-430C7CF01129}"/>
              </a:ext>
            </a:extLst>
          </p:cNvPr>
          <p:cNvSpPr txBox="1"/>
          <p:nvPr/>
        </p:nvSpPr>
        <p:spPr>
          <a:xfrm>
            <a:off x="1734526" y="1315604"/>
            <a:ext cx="57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Y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82A4C779-DC74-295B-BB53-E5B5FF9D7FF4}"/>
              </a:ext>
            </a:extLst>
          </p:cNvPr>
          <p:cNvSpPr txBox="1"/>
          <p:nvPr/>
        </p:nvSpPr>
        <p:spPr>
          <a:xfrm>
            <a:off x="1734526" y="2365339"/>
            <a:ext cx="5661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Z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0AA1AE53-CB4D-5CA2-65AB-6938D4460A02}"/>
              </a:ext>
            </a:extLst>
          </p:cNvPr>
          <p:cNvSpPr txBox="1"/>
          <p:nvPr/>
        </p:nvSpPr>
        <p:spPr>
          <a:xfrm>
            <a:off x="2908671" y="1315604"/>
            <a:ext cx="57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Y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D91C5DD0-4F8C-EFAA-A36C-E73F6AA6E954}"/>
              </a:ext>
            </a:extLst>
          </p:cNvPr>
          <p:cNvSpPr txBox="1"/>
          <p:nvPr/>
        </p:nvSpPr>
        <p:spPr>
          <a:xfrm>
            <a:off x="2908671" y="2365339"/>
            <a:ext cx="5661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Z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10DD4D8E-9182-233C-F354-3812948FAE75}"/>
              </a:ext>
            </a:extLst>
          </p:cNvPr>
          <p:cNvSpPr txBox="1"/>
          <p:nvPr/>
        </p:nvSpPr>
        <p:spPr>
          <a:xfrm>
            <a:off x="4078291" y="1315604"/>
            <a:ext cx="57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Y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260D728A-F4C6-AA17-3A15-D18C2F99FFD1}"/>
              </a:ext>
            </a:extLst>
          </p:cNvPr>
          <p:cNvSpPr txBox="1"/>
          <p:nvPr/>
        </p:nvSpPr>
        <p:spPr>
          <a:xfrm>
            <a:off x="4078291" y="2365339"/>
            <a:ext cx="5661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Z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070B9516-F778-BD22-0D27-A89C011313DA}"/>
              </a:ext>
            </a:extLst>
          </p:cNvPr>
          <p:cNvSpPr txBox="1"/>
          <p:nvPr/>
        </p:nvSpPr>
        <p:spPr>
          <a:xfrm>
            <a:off x="5277830" y="1315604"/>
            <a:ext cx="57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Y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A83D9815-12E6-02A9-2173-9EF650406082}"/>
              </a:ext>
            </a:extLst>
          </p:cNvPr>
          <p:cNvSpPr txBox="1"/>
          <p:nvPr/>
        </p:nvSpPr>
        <p:spPr>
          <a:xfrm>
            <a:off x="5277830" y="2365339"/>
            <a:ext cx="5661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Z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80DB273A-A0FE-EF28-C6BE-6072A88B1097}"/>
              </a:ext>
            </a:extLst>
          </p:cNvPr>
          <p:cNvSpPr txBox="1"/>
          <p:nvPr/>
        </p:nvSpPr>
        <p:spPr>
          <a:xfrm>
            <a:off x="6451975" y="1315604"/>
            <a:ext cx="578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Y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46B779E7-C269-5012-7D6E-92608F054352}"/>
              </a:ext>
            </a:extLst>
          </p:cNvPr>
          <p:cNvSpPr txBox="1"/>
          <p:nvPr/>
        </p:nvSpPr>
        <p:spPr>
          <a:xfrm>
            <a:off x="6451975" y="2365339"/>
            <a:ext cx="5661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Z</a:t>
            </a:r>
          </a:p>
        </p:txBody>
      </p:sp>
      <p:sp>
        <p:nvSpPr>
          <p:cNvPr id="3" name="Sous-titre 4">
            <a:extLst>
              <a:ext uri="{FF2B5EF4-FFF2-40B4-BE49-F238E27FC236}">
                <a16:creationId xmlns:a16="http://schemas.microsoft.com/office/drawing/2014/main" id="{19331738-C7DB-EAFD-6D89-260FEECEB73B}"/>
              </a:ext>
            </a:extLst>
          </p:cNvPr>
          <p:cNvSpPr txBox="1">
            <a:spLocks/>
          </p:cNvSpPr>
          <p:nvPr/>
        </p:nvSpPr>
        <p:spPr>
          <a:xfrm>
            <a:off x="895021" y="761767"/>
            <a:ext cx="6033384" cy="7207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4379" indent="-194379" algn="l" defTabSz="777514" rtl="0" eaLnBrk="1" latinLnBrk="0" hangingPunct="1">
              <a:lnSpc>
                <a:spcPct val="9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 sz="23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3136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20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893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0650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49407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8164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922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5679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4436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4800" b="1" dirty="0">
                <a:latin typeface="CCBiffBamBoomOutline" panose="00000500000000000000" pitchFamily="50" charset="0"/>
              </a:rPr>
              <a:t>Heroinky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D769845-BD31-6D44-9CD4-0C725E9B3D04}"/>
              </a:ext>
            </a:extLst>
          </p:cNvPr>
          <p:cNvSpPr txBox="1"/>
          <p:nvPr/>
        </p:nvSpPr>
        <p:spPr>
          <a:xfrm>
            <a:off x="2723846" y="9570298"/>
            <a:ext cx="23278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www.loopinky.com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5EDBCA6-6CE8-660F-CD88-AAD7290D31BB}"/>
              </a:ext>
            </a:extLst>
          </p:cNvPr>
          <p:cNvSpPr txBox="1"/>
          <p:nvPr/>
        </p:nvSpPr>
        <p:spPr>
          <a:xfrm>
            <a:off x="2729222" y="289981"/>
            <a:ext cx="25330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For </a:t>
            </a:r>
            <a:r>
              <a:rPr lang="fr-FR" sz="1600" dirty="0" err="1">
                <a:latin typeface="New Kansas Black" pitchFamily="50" charset="0"/>
                <a:cs typeface="Arial" panose="020B0604020202020204" pitchFamily="34" charset="0"/>
              </a:rPr>
              <a:t>personal</a:t>
            </a:r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 use </a:t>
            </a:r>
            <a:r>
              <a:rPr lang="fr-FR" sz="1600" dirty="0" err="1">
                <a:latin typeface="New Kansas Black" pitchFamily="50" charset="0"/>
                <a:cs typeface="Arial" panose="020B0604020202020204" pitchFamily="34" charset="0"/>
              </a:rPr>
              <a:t>only</a:t>
            </a:r>
            <a:endParaRPr lang="fr-FR" sz="1600" dirty="0">
              <a:latin typeface="New Kansas Black" pitchFamily="50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939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E1743-B1B9-CF70-BE16-F8B821A5B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Espace réservé du contenu 15">
            <a:extLst>
              <a:ext uri="{FF2B5EF4-FFF2-40B4-BE49-F238E27FC236}">
                <a16:creationId xmlns:a16="http://schemas.microsoft.com/office/drawing/2014/main" id="{4CB952DA-D3E3-9231-6894-5451FE215BA4}"/>
              </a:ext>
            </a:extLst>
          </p:cNvPr>
          <p:cNvGraphicFramePr>
            <a:graphicFrameLocks noGrp="1" noDrilldown="1" noMove="1" noResize="1"/>
          </p:cNvGraphicFramePr>
          <p:nvPr>
            <p:ph idx="1"/>
          </p:nvPr>
        </p:nvGraphicFramePr>
        <p:xfrm>
          <a:off x="534987" y="1499879"/>
          <a:ext cx="6705600" cy="81872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05600">
                  <a:extLst>
                    <a:ext uri="{9D8B030D-6E8A-4147-A177-3AD203B41FA5}">
                      <a16:colId xmlns:a16="http://schemas.microsoft.com/office/drawing/2014/main" val="2942660820"/>
                    </a:ext>
                  </a:extLst>
                </a:gridCol>
              </a:tblGrid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56827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82588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8740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761948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75798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928746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10676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083555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96292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771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05536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56678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15623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007119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4704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3913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90772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71536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19877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53780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35950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105826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143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555494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62240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642309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37069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82031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13249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07216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252631"/>
                  </a:ext>
                </a:extLst>
              </a:tr>
            </a:tbl>
          </a:graphicData>
        </a:graphic>
      </p:graphicFrame>
      <p:sp>
        <p:nvSpPr>
          <p:cNvPr id="18" name="ZoneTexte 17">
            <a:extLst>
              <a:ext uri="{FF2B5EF4-FFF2-40B4-BE49-F238E27FC236}">
                <a16:creationId xmlns:a16="http://schemas.microsoft.com/office/drawing/2014/main" id="{2968D0DB-FBED-D47E-3CF3-CE0E08A0BA54}"/>
              </a:ext>
            </a:extLst>
          </p:cNvPr>
          <p:cNvSpPr txBox="1"/>
          <p:nvPr/>
        </p:nvSpPr>
        <p:spPr>
          <a:xfrm>
            <a:off x="534987" y="1655503"/>
            <a:ext cx="578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a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B85B4E8-53D5-278E-3383-E8AA04CA917D}"/>
              </a:ext>
            </a:extLst>
          </p:cNvPr>
          <p:cNvSpPr txBox="1"/>
          <p:nvPr/>
        </p:nvSpPr>
        <p:spPr>
          <a:xfrm>
            <a:off x="534987" y="271909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b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AAA41B3-1341-9F6C-1AB2-1B9F12F15112}"/>
              </a:ext>
            </a:extLst>
          </p:cNvPr>
          <p:cNvSpPr txBox="1"/>
          <p:nvPr/>
        </p:nvSpPr>
        <p:spPr>
          <a:xfrm>
            <a:off x="534987" y="3772096"/>
            <a:ext cx="70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c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457B077-6779-4048-9DF0-A8971FFD9729}"/>
              </a:ext>
            </a:extLst>
          </p:cNvPr>
          <p:cNvSpPr txBox="1"/>
          <p:nvPr/>
        </p:nvSpPr>
        <p:spPr>
          <a:xfrm>
            <a:off x="534987" y="4826160"/>
            <a:ext cx="777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d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1C0CD63-D887-5641-EBFF-027263EBCBC6}"/>
              </a:ext>
            </a:extLst>
          </p:cNvPr>
          <p:cNvSpPr txBox="1"/>
          <p:nvPr/>
        </p:nvSpPr>
        <p:spPr>
          <a:xfrm>
            <a:off x="534987" y="5880513"/>
            <a:ext cx="32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67FD2DF-CEC6-FF66-C883-0B7B33202FA6}"/>
              </a:ext>
            </a:extLst>
          </p:cNvPr>
          <p:cNvSpPr txBox="1"/>
          <p:nvPr/>
        </p:nvSpPr>
        <p:spPr>
          <a:xfrm>
            <a:off x="534987" y="6933228"/>
            <a:ext cx="1261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f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DC0A914-3DAA-EF6A-3B1D-BD7EB87B666E}"/>
              </a:ext>
            </a:extLst>
          </p:cNvPr>
          <p:cNvSpPr txBox="1"/>
          <p:nvPr/>
        </p:nvSpPr>
        <p:spPr>
          <a:xfrm>
            <a:off x="534987" y="7994389"/>
            <a:ext cx="383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g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7FB8A0E-6FC7-13DE-E1C2-B55AF6FD98A2}"/>
              </a:ext>
            </a:extLst>
          </p:cNvPr>
          <p:cNvSpPr txBox="1"/>
          <p:nvPr/>
        </p:nvSpPr>
        <p:spPr>
          <a:xfrm>
            <a:off x="534987" y="905555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h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66F838A-92D1-80AA-AD79-8485BA4BCE9F}"/>
              </a:ext>
            </a:extLst>
          </p:cNvPr>
          <p:cNvSpPr txBox="1"/>
          <p:nvPr/>
        </p:nvSpPr>
        <p:spPr>
          <a:xfrm>
            <a:off x="1734526" y="1655503"/>
            <a:ext cx="578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a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DECA1689-AD6D-867E-3E38-14D9FD6E2F8F}"/>
              </a:ext>
            </a:extLst>
          </p:cNvPr>
          <p:cNvSpPr txBox="1"/>
          <p:nvPr/>
        </p:nvSpPr>
        <p:spPr>
          <a:xfrm>
            <a:off x="1734526" y="271909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b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260D584-62E1-7CA5-FD84-D486E8F230A9}"/>
              </a:ext>
            </a:extLst>
          </p:cNvPr>
          <p:cNvSpPr txBox="1"/>
          <p:nvPr/>
        </p:nvSpPr>
        <p:spPr>
          <a:xfrm>
            <a:off x="1734526" y="3772096"/>
            <a:ext cx="70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c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778AE108-3CBE-BA2A-5A71-EFB1448C4EA1}"/>
              </a:ext>
            </a:extLst>
          </p:cNvPr>
          <p:cNvSpPr txBox="1"/>
          <p:nvPr/>
        </p:nvSpPr>
        <p:spPr>
          <a:xfrm>
            <a:off x="1734526" y="4826160"/>
            <a:ext cx="777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d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CB606705-94EC-8548-EAF8-0E6A3DCC6733}"/>
              </a:ext>
            </a:extLst>
          </p:cNvPr>
          <p:cNvSpPr txBox="1"/>
          <p:nvPr/>
        </p:nvSpPr>
        <p:spPr>
          <a:xfrm>
            <a:off x="1734526" y="5880513"/>
            <a:ext cx="32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e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245B8E90-5893-415C-3C2B-7B7E6925413F}"/>
              </a:ext>
            </a:extLst>
          </p:cNvPr>
          <p:cNvSpPr txBox="1"/>
          <p:nvPr/>
        </p:nvSpPr>
        <p:spPr>
          <a:xfrm>
            <a:off x="1734526" y="6933228"/>
            <a:ext cx="1261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f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4430903E-9876-40A6-A5C5-DF9412C17BD8}"/>
              </a:ext>
            </a:extLst>
          </p:cNvPr>
          <p:cNvSpPr txBox="1"/>
          <p:nvPr/>
        </p:nvSpPr>
        <p:spPr>
          <a:xfrm>
            <a:off x="1734526" y="7994389"/>
            <a:ext cx="383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g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5271DE70-1556-A674-25B7-C8AC3649AE51}"/>
              </a:ext>
            </a:extLst>
          </p:cNvPr>
          <p:cNvSpPr txBox="1"/>
          <p:nvPr/>
        </p:nvSpPr>
        <p:spPr>
          <a:xfrm>
            <a:off x="1734526" y="905555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h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4AD36212-2F62-A457-C4F4-B1650971912F}"/>
              </a:ext>
            </a:extLst>
          </p:cNvPr>
          <p:cNvSpPr txBox="1"/>
          <p:nvPr/>
        </p:nvSpPr>
        <p:spPr>
          <a:xfrm>
            <a:off x="2908671" y="1655503"/>
            <a:ext cx="578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a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575258E5-3049-E453-74F4-72830644D0E7}"/>
              </a:ext>
            </a:extLst>
          </p:cNvPr>
          <p:cNvSpPr txBox="1"/>
          <p:nvPr/>
        </p:nvSpPr>
        <p:spPr>
          <a:xfrm>
            <a:off x="2908671" y="271909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b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BBA10EC2-9E1A-9DFD-256C-3BC33351329D}"/>
              </a:ext>
            </a:extLst>
          </p:cNvPr>
          <p:cNvSpPr txBox="1"/>
          <p:nvPr/>
        </p:nvSpPr>
        <p:spPr>
          <a:xfrm>
            <a:off x="2908671" y="3772096"/>
            <a:ext cx="70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c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0A179ABB-60A9-4E30-DDAC-38765D5CEDD2}"/>
              </a:ext>
            </a:extLst>
          </p:cNvPr>
          <p:cNvSpPr txBox="1"/>
          <p:nvPr/>
        </p:nvSpPr>
        <p:spPr>
          <a:xfrm>
            <a:off x="2908671" y="4826160"/>
            <a:ext cx="777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d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366B1676-3C8E-5885-1E61-2C9B67FF41FB}"/>
              </a:ext>
            </a:extLst>
          </p:cNvPr>
          <p:cNvSpPr txBox="1"/>
          <p:nvPr/>
        </p:nvSpPr>
        <p:spPr>
          <a:xfrm>
            <a:off x="2908671" y="5880513"/>
            <a:ext cx="32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e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17A00ECE-FF75-C6E0-BC65-C171E2EA4D69}"/>
              </a:ext>
            </a:extLst>
          </p:cNvPr>
          <p:cNvSpPr txBox="1"/>
          <p:nvPr/>
        </p:nvSpPr>
        <p:spPr>
          <a:xfrm>
            <a:off x="2908671" y="6933228"/>
            <a:ext cx="1261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f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6FF48582-073D-DD39-4B0D-27164CE5D5D3}"/>
              </a:ext>
            </a:extLst>
          </p:cNvPr>
          <p:cNvSpPr txBox="1"/>
          <p:nvPr/>
        </p:nvSpPr>
        <p:spPr>
          <a:xfrm>
            <a:off x="2908671" y="7994389"/>
            <a:ext cx="383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g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BEA66A00-6070-6AB0-4FC9-25DEE1AA98CF}"/>
              </a:ext>
            </a:extLst>
          </p:cNvPr>
          <p:cNvSpPr txBox="1"/>
          <p:nvPr/>
        </p:nvSpPr>
        <p:spPr>
          <a:xfrm>
            <a:off x="2908671" y="905555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h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D24C5A0F-C2DD-2B25-E6B4-950EF8F15C91}"/>
              </a:ext>
            </a:extLst>
          </p:cNvPr>
          <p:cNvSpPr txBox="1"/>
          <p:nvPr/>
        </p:nvSpPr>
        <p:spPr>
          <a:xfrm>
            <a:off x="4078291" y="1655503"/>
            <a:ext cx="578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a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FB2C19AE-3FB5-8B55-228F-74C794FDFF7A}"/>
              </a:ext>
            </a:extLst>
          </p:cNvPr>
          <p:cNvSpPr txBox="1"/>
          <p:nvPr/>
        </p:nvSpPr>
        <p:spPr>
          <a:xfrm>
            <a:off x="4078291" y="271909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b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C1028AF6-5777-0C16-DB04-07C6172D1E43}"/>
              </a:ext>
            </a:extLst>
          </p:cNvPr>
          <p:cNvSpPr txBox="1"/>
          <p:nvPr/>
        </p:nvSpPr>
        <p:spPr>
          <a:xfrm>
            <a:off x="4078291" y="3772096"/>
            <a:ext cx="70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c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B1F2645E-E4CA-49B5-4202-9E5D7B33EE09}"/>
              </a:ext>
            </a:extLst>
          </p:cNvPr>
          <p:cNvSpPr txBox="1"/>
          <p:nvPr/>
        </p:nvSpPr>
        <p:spPr>
          <a:xfrm>
            <a:off x="4078291" y="4826160"/>
            <a:ext cx="777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d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6586880E-01CF-07D8-47DD-E4323451A288}"/>
              </a:ext>
            </a:extLst>
          </p:cNvPr>
          <p:cNvSpPr txBox="1"/>
          <p:nvPr/>
        </p:nvSpPr>
        <p:spPr>
          <a:xfrm>
            <a:off x="4078291" y="5880513"/>
            <a:ext cx="32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e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177C8A84-2861-053A-D12B-A34E6B6363F3}"/>
              </a:ext>
            </a:extLst>
          </p:cNvPr>
          <p:cNvSpPr txBox="1"/>
          <p:nvPr/>
        </p:nvSpPr>
        <p:spPr>
          <a:xfrm>
            <a:off x="4078291" y="6933228"/>
            <a:ext cx="1261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f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4F0BB882-F6F0-E41C-1FD0-B556AD91A561}"/>
              </a:ext>
            </a:extLst>
          </p:cNvPr>
          <p:cNvSpPr txBox="1"/>
          <p:nvPr/>
        </p:nvSpPr>
        <p:spPr>
          <a:xfrm>
            <a:off x="4078291" y="7994389"/>
            <a:ext cx="383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g</a:t>
            </a: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D4E512E8-2F45-946B-E6A5-F00C0B899006}"/>
              </a:ext>
            </a:extLst>
          </p:cNvPr>
          <p:cNvSpPr txBox="1"/>
          <p:nvPr/>
        </p:nvSpPr>
        <p:spPr>
          <a:xfrm>
            <a:off x="4078291" y="905555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h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7066B08B-4434-693F-9F15-F61CE8A3EC8E}"/>
              </a:ext>
            </a:extLst>
          </p:cNvPr>
          <p:cNvSpPr txBox="1"/>
          <p:nvPr/>
        </p:nvSpPr>
        <p:spPr>
          <a:xfrm>
            <a:off x="5277830" y="1655503"/>
            <a:ext cx="578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a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7B2F8F79-5CA6-01D4-93FC-CCD9F3EB0ABC}"/>
              </a:ext>
            </a:extLst>
          </p:cNvPr>
          <p:cNvSpPr txBox="1"/>
          <p:nvPr/>
        </p:nvSpPr>
        <p:spPr>
          <a:xfrm>
            <a:off x="5277830" y="271909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b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63BD240D-7041-F3E4-D81C-15A5E2CE8A9F}"/>
              </a:ext>
            </a:extLst>
          </p:cNvPr>
          <p:cNvSpPr txBox="1"/>
          <p:nvPr/>
        </p:nvSpPr>
        <p:spPr>
          <a:xfrm>
            <a:off x="5277830" y="3772096"/>
            <a:ext cx="70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c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0696C617-F9BE-FEE4-B8B8-F225E040324C}"/>
              </a:ext>
            </a:extLst>
          </p:cNvPr>
          <p:cNvSpPr txBox="1"/>
          <p:nvPr/>
        </p:nvSpPr>
        <p:spPr>
          <a:xfrm>
            <a:off x="5277830" y="4826160"/>
            <a:ext cx="777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d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6D17382A-B91A-156A-920C-D31D03932D44}"/>
              </a:ext>
            </a:extLst>
          </p:cNvPr>
          <p:cNvSpPr txBox="1"/>
          <p:nvPr/>
        </p:nvSpPr>
        <p:spPr>
          <a:xfrm>
            <a:off x="5277830" y="5880513"/>
            <a:ext cx="32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e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D25EADC8-9165-F9CD-FFF4-182555AE23F6}"/>
              </a:ext>
            </a:extLst>
          </p:cNvPr>
          <p:cNvSpPr txBox="1"/>
          <p:nvPr/>
        </p:nvSpPr>
        <p:spPr>
          <a:xfrm>
            <a:off x="5277830" y="6933228"/>
            <a:ext cx="1261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f</a:t>
            </a: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FFBEE834-EB9C-B52D-69ED-4DFA6B50271B}"/>
              </a:ext>
            </a:extLst>
          </p:cNvPr>
          <p:cNvSpPr txBox="1"/>
          <p:nvPr/>
        </p:nvSpPr>
        <p:spPr>
          <a:xfrm>
            <a:off x="5277830" y="7994389"/>
            <a:ext cx="383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g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129F2203-D4F6-40AB-DFD6-FC0E191FECAD}"/>
              </a:ext>
            </a:extLst>
          </p:cNvPr>
          <p:cNvSpPr txBox="1"/>
          <p:nvPr/>
        </p:nvSpPr>
        <p:spPr>
          <a:xfrm>
            <a:off x="5277830" y="905555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h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F5A49F33-BBC1-FA15-0DCA-19E56A94E810}"/>
              </a:ext>
            </a:extLst>
          </p:cNvPr>
          <p:cNvSpPr txBox="1"/>
          <p:nvPr/>
        </p:nvSpPr>
        <p:spPr>
          <a:xfrm>
            <a:off x="6451975" y="1655503"/>
            <a:ext cx="578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a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5A1F638A-120F-2432-6FC2-F134E4BE1BEA}"/>
              </a:ext>
            </a:extLst>
          </p:cNvPr>
          <p:cNvSpPr txBox="1"/>
          <p:nvPr/>
        </p:nvSpPr>
        <p:spPr>
          <a:xfrm>
            <a:off x="6451975" y="271909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b</a:t>
            </a:r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5F31F342-BB92-5110-E298-02A4A0421298}"/>
              </a:ext>
            </a:extLst>
          </p:cNvPr>
          <p:cNvSpPr txBox="1"/>
          <p:nvPr/>
        </p:nvSpPr>
        <p:spPr>
          <a:xfrm>
            <a:off x="6451975" y="3772096"/>
            <a:ext cx="70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c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7ABDBAB0-15B1-155A-004C-520C7E7E7BC2}"/>
              </a:ext>
            </a:extLst>
          </p:cNvPr>
          <p:cNvSpPr txBox="1"/>
          <p:nvPr/>
        </p:nvSpPr>
        <p:spPr>
          <a:xfrm>
            <a:off x="6451975" y="4826160"/>
            <a:ext cx="777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d</a:t>
            </a:r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2368B916-62B1-6B47-55B7-84493A87762E}"/>
              </a:ext>
            </a:extLst>
          </p:cNvPr>
          <p:cNvSpPr txBox="1"/>
          <p:nvPr/>
        </p:nvSpPr>
        <p:spPr>
          <a:xfrm>
            <a:off x="6451975" y="5880513"/>
            <a:ext cx="32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e</a:t>
            </a: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4DDFDB1F-4DD3-7742-41A1-F643CB6DAB6D}"/>
              </a:ext>
            </a:extLst>
          </p:cNvPr>
          <p:cNvSpPr txBox="1"/>
          <p:nvPr/>
        </p:nvSpPr>
        <p:spPr>
          <a:xfrm>
            <a:off x="6451975" y="6933228"/>
            <a:ext cx="1261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f</a:t>
            </a:r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BFD645F6-59ED-F05F-7445-0FAEE1645B44}"/>
              </a:ext>
            </a:extLst>
          </p:cNvPr>
          <p:cNvSpPr txBox="1"/>
          <p:nvPr/>
        </p:nvSpPr>
        <p:spPr>
          <a:xfrm>
            <a:off x="6451975" y="7994389"/>
            <a:ext cx="383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g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011F7F73-49C3-A908-8043-4B62EF77EA29}"/>
              </a:ext>
            </a:extLst>
          </p:cNvPr>
          <p:cNvSpPr txBox="1"/>
          <p:nvPr/>
        </p:nvSpPr>
        <p:spPr>
          <a:xfrm>
            <a:off x="6451975" y="905555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h</a:t>
            </a:r>
          </a:p>
        </p:txBody>
      </p:sp>
      <p:sp>
        <p:nvSpPr>
          <p:cNvPr id="2" name="Sous-titre 4">
            <a:extLst>
              <a:ext uri="{FF2B5EF4-FFF2-40B4-BE49-F238E27FC236}">
                <a16:creationId xmlns:a16="http://schemas.microsoft.com/office/drawing/2014/main" id="{CB0A4FDC-2590-95C4-A363-F966E4A95908}"/>
              </a:ext>
            </a:extLst>
          </p:cNvPr>
          <p:cNvSpPr txBox="1">
            <a:spLocks/>
          </p:cNvSpPr>
          <p:nvPr/>
        </p:nvSpPr>
        <p:spPr>
          <a:xfrm>
            <a:off x="895021" y="761767"/>
            <a:ext cx="6033384" cy="72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94379" indent="-194379" algn="l" defTabSz="777514" rtl="0" eaLnBrk="1" latinLnBrk="0" hangingPunct="1">
              <a:lnSpc>
                <a:spcPct val="9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 sz="23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3136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20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893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0650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49407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8164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922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5679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4436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4400" b="1" dirty="0">
                <a:latin typeface="CCBiffBamBoomOutline" panose="00000500000000000000" pitchFamily="50" charset="0"/>
              </a:rPr>
              <a:t>Heroinky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365211C-396D-00C3-206A-0F1D055F32C4}"/>
              </a:ext>
            </a:extLst>
          </p:cNvPr>
          <p:cNvSpPr txBox="1"/>
          <p:nvPr/>
        </p:nvSpPr>
        <p:spPr>
          <a:xfrm>
            <a:off x="2723846" y="9570298"/>
            <a:ext cx="23278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www.loopinky.com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A4E9F87-6F55-E138-BCFA-09884E317E60}"/>
              </a:ext>
            </a:extLst>
          </p:cNvPr>
          <p:cNvSpPr txBox="1"/>
          <p:nvPr/>
        </p:nvSpPr>
        <p:spPr>
          <a:xfrm>
            <a:off x="2729222" y="289981"/>
            <a:ext cx="25330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For </a:t>
            </a:r>
            <a:r>
              <a:rPr lang="fr-FR" sz="1600" dirty="0" err="1">
                <a:latin typeface="New Kansas Black" pitchFamily="50" charset="0"/>
                <a:cs typeface="Arial" panose="020B0604020202020204" pitchFamily="34" charset="0"/>
              </a:rPr>
              <a:t>personal</a:t>
            </a:r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 use </a:t>
            </a:r>
            <a:r>
              <a:rPr lang="fr-FR" sz="1600" dirty="0" err="1">
                <a:latin typeface="New Kansas Black" pitchFamily="50" charset="0"/>
                <a:cs typeface="Arial" panose="020B0604020202020204" pitchFamily="34" charset="0"/>
              </a:rPr>
              <a:t>only</a:t>
            </a:r>
            <a:endParaRPr lang="fr-FR" sz="1600" dirty="0">
              <a:latin typeface="New Kansas Black" pitchFamily="50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792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CEBD2-3EC8-DCF3-CF29-A47FD37A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Espace réservé du contenu 15">
            <a:extLst>
              <a:ext uri="{FF2B5EF4-FFF2-40B4-BE49-F238E27FC236}">
                <a16:creationId xmlns:a16="http://schemas.microsoft.com/office/drawing/2014/main" id="{5D663C42-A80A-D62C-E9C3-F221B18254DE}"/>
              </a:ext>
            </a:extLst>
          </p:cNvPr>
          <p:cNvGraphicFramePr>
            <a:graphicFrameLocks noGrp="1" noDrilldown="1" noMove="1" noResize="1"/>
          </p:cNvGraphicFramePr>
          <p:nvPr>
            <p:ph idx="1"/>
          </p:nvPr>
        </p:nvGraphicFramePr>
        <p:xfrm>
          <a:off x="534987" y="1499879"/>
          <a:ext cx="6705600" cy="81872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05600">
                  <a:extLst>
                    <a:ext uri="{9D8B030D-6E8A-4147-A177-3AD203B41FA5}">
                      <a16:colId xmlns:a16="http://schemas.microsoft.com/office/drawing/2014/main" val="2942660820"/>
                    </a:ext>
                  </a:extLst>
                </a:gridCol>
              </a:tblGrid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56827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82588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8740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761948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75798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928746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10676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083555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96292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771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05536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56678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15623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007119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4704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3913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90772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71536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19877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53780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35950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105826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143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555494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62240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642309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37069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82031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13249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07216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252631"/>
                  </a:ext>
                </a:extLst>
              </a:tr>
            </a:tbl>
          </a:graphicData>
        </a:graphic>
      </p:graphicFrame>
      <p:sp>
        <p:nvSpPr>
          <p:cNvPr id="18" name="ZoneTexte 17">
            <a:extLst>
              <a:ext uri="{FF2B5EF4-FFF2-40B4-BE49-F238E27FC236}">
                <a16:creationId xmlns:a16="http://schemas.microsoft.com/office/drawing/2014/main" id="{34CC60AE-377D-6FC4-D37A-847CE065AD83}"/>
              </a:ext>
            </a:extLst>
          </p:cNvPr>
          <p:cNvSpPr txBox="1"/>
          <p:nvPr/>
        </p:nvSpPr>
        <p:spPr>
          <a:xfrm>
            <a:off x="668337" y="1660003"/>
            <a:ext cx="578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i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9490952-6A2A-D14F-7F29-1A418E4557F5}"/>
              </a:ext>
            </a:extLst>
          </p:cNvPr>
          <p:cNvSpPr txBox="1"/>
          <p:nvPr/>
        </p:nvSpPr>
        <p:spPr>
          <a:xfrm>
            <a:off x="583507" y="2703765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j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287F8D5-DC22-3C1B-FB55-8ED4D8A3C163}"/>
              </a:ext>
            </a:extLst>
          </p:cNvPr>
          <p:cNvSpPr txBox="1"/>
          <p:nvPr/>
        </p:nvSpPr>
        <p:spPr>
          <a:xfrm>
            <a:off x="534987" y="3783523"/>
            <a:ext cx="70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k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6FABC1A-64BF-B665-CF10-D32089F00005}"/>
              </a:ext>
            </a:extLst>
          </p:cNvPr>
          <p:cNvSpPr txBox="1"/>
          <p:nvPr/>
        </p:nvSpPr>
        <p:spPr>
          <a:xfrm>
            <a:off x="534987" y="4837587"/>
            <a:ext cx="777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l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2C48E94-8072-EF79-447B-09744BC5A223}"/>
              </a:ext>
            </a:extLst>
          </p:cNvPr>
          <p:cNvSpPr txBox="1"/>
          <p:nvPr/>
        </p:nvSpPr>
        <p:spPr>
          <a:xfrm>
            <a:off x="534987" y="5891940"/>
            <a:ext cx="417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m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74F3B0A-6916-41AC-D43E-3C33375DBF08}"/>
              </a:ext>
            </a:extLst>
          </p:cNvPr>
          <p:cNvSpPr txBox="1"/>
          <p:nvPr/>
        </p:nvSpPr>
        <p:spPr>
          <a:xfrm>
            <a:off x="534987" y="6944655"/>
            <a:ext cx="1261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n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8DC013F-4D40-7540-C1F0-AFAFA72396E3}"/>
              </a:ext>
            </a:extLst>
          </p:cNvPr>
          <p:cNvSpPr txBox="1"/>
          <p:nvPr/>
        </p:nvSpPr>
        <p:spPr>
          <a:xfrm>
            <a:off x="534987" y="8005816"/>
            <a:ext cx="386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o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FB3679CC-7B96-CE9A-2348-9B420CB7B5AA}"/>
              </a:ext>
            </a:extLst>
          </p:cNvPr>
          <p:cNvSpPr txBox="1"/>
          <p:nvPr/>
        </p:nvSpPr>
        <p:spPr>
          <a:xfrm>
            <a:off x="534987" y="9066977"/>
            <a:ext cx="364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p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22AA76A-CD8B-1519-31CC-5A53ACBBC667}"/>
              </a:ext>
            </a:extLst>
          </p:cNvPr>
          <p:cNvSpPr txBox="1"/>
          <p:nvPr/>
        </p:nvSpPr>
        <p:spPr>
          <a:xfrm>
            <a:off x="1867876" y="1660003"/>
            <a:ext cx="578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i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46BB3A03-540C-F956-E6CD-A525E03A1189}"/>
              </a:ext>
            </a:extLst>
          </p:cNvPr>
          <p:cNvSpPr txBox="1"/>
          <p:nvPr/>
        </p:nvSpPr>
        <p:spPr>
          <a:xfrm>
            <a:off x="1783046" y="2703765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j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F7298520-0CEC-C83C-0018-4E22DD692D98}"/>
              </a:ext>
            </a:extLst>
          </p:cNvPr>
          <p:cNvSpPr txBox="1"/>
          <p:nvPr/>
        </p:nvSpPr>
        <p:spPr>
          <a:xfrm>
            <a:off x="1734526" y="3783523"/>
            <a:ext cx="70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k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1ADC7ACA-23CD-211A-28BC-E7373C67E249}"/>
              </a:ext>
            </a:extLst>
          </p:cNvPr>
          <p:cNvSpPr txBox="1"/>
          <p:nvPr/>
        </p:nvSpPr>
        <p:spPr>
          <a:xfrm>
            <a:off x="1734526" y="4837587"/>
            <a:ext cx="777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l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DFA474D4-DDD0-CB4A-1B39-05A9E8A7CF4A}"/>
              </a:ext>
            </a:extLst>
          </p:cNvPr>
          <p:cNvSpPr txBox="1"/>
          <p:nvPr/>
        </p:nvSpPr>
        <p:spPr>
          <a:xfrm>
            <a:off x="1734526" y="5891940"/>
            <a:ext cx="417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m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E7AD9603-FF56-BDA3-61FC-D0F410850DC4}"/>
              </a:ext>
            </a:extLst>
          </p:cNvPr>
          <p:cNvSpPr txBox="1"/>
          <p:nvPr/>
        </p:nvSpPr>
        <p:spPr>
          <a:xfrm>
            <a:off x="1734526" y="6944655"/>
            <a:ext cx="1261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n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69957DA-F8ED-0EAC-5823-E5F58874FEA3}"/>
              </a:ext>
            </a:extLst>
          </p:cNvPr>
          <p:cNvSpPr txBox="1"/>
          <p:nvPr/>
        </p:nvSpPr>
        <p:spPr>
          <a:xfrm>
            <a:off x="1734526" y="8005816"/>
            <a:ext cx="386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o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CB8DBE49-758A-9E8B-4CB1-D51B4A4573C4}"/>
              </a:ext>
            </a:extLst>
          </p:cNvPr>
          <p:cNvSpPr txBox="1"/>
          <p:nvPr/>
        </p:nvSpPr>
        <p:spPr>
          <a:xfrm>
            <a:off x="1734526" y="9066977"/>
            <a:ext cx="364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p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DDDECDAD-C2E7-5B2D-ABE0-AE668D5C309A}"/>
              </a:ext>
            </a:extLst>
          </p:cNvPr>
          <p:cNvSpPr txBox="1"/>
          <p:nvPr/>
        </p:nvSpPr>
        <p:spPr>
          <a:xfrm>
            <a:off x="3042021" y="1660003"/>
            <a:ext cx="578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i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87F1551C-B5EF-F6BD-FAF5-E5B75BA6D880}"/>
              </a:ext>
            </a:extLst>
          </p:cNvPr>
          <p:cNvSpPr txBox="1"/>
          <p:nvPr/>
        </p:nvSpPr>
        <p:spPr>
          <a:xfrm>
            <a:off x="2957191" y="2703765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j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994D6247-D76F-2AC2-8374-0BDDD53B43C7}"/>
              </a:ext>
            </a:extLst>
          </p:cNvPr>
          <p:cNvSpPr txBox="1"/>
          <p:nvPr/>
        </p:nvSpPr>
        <p:spPr>
          <a:xfrm>
            <a:off x="2908671" y="3783523"/>
            <a:ext cx="70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k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D4894580-4453-2779-C55F-6634AC3CB60E}"/>
              </a:ext>
            </a:extLst>
          </p:cNvPr>
          <p:cNvSpPr txBox="1"/>
          <p:nvPr/>
        </p:nvSpPr>
        <p:spPr>
          <a:xfrm>
            <a:off x="2908671" y="4837587"/>
            <a:ext cx="777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l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D6ED23B5-E3EC-F7FA-3AAB-444F074F4E5B}"/>
              </a:ext>
            </a:extLst>
          </p:cNvPr>
          <p:cNvSpPr txBox="1"/>
          <p:nvPr/>
        </p:nvSpPr>
        <p:spPr>
          <a:xfrm>
            <a:off x="2908671" y="5891940"/>
            <a:ext cx="417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m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F23C5ACD-96A9-FDB9-B881-32BB143252DD}"/>
              </a:ext>
            </a:extLst>
          </p:cNvPr>
          <p:cNvSpPr txBox="1"/>
          <p:nvPr/>
        </p:nvSpPr>
        <p:spPr>
          <a:xfrm>
            <a:off x="2908671" y="6944655"/>
            <a:ext cx="1261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n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0FC08169-9DF2-8789-B373-9E5D7CA9F204}"/>
              </a:ext>
            </a:extLst>
          </p:cNvPr>
          <p:cNvSpPr txBox="1"/>
          <p:nvPr/>
        </p:nvSpPr>
        <p:spPr>
          <a:xfrm>
            <a:off x="2908671" y="8005816"/>
            <a:ext cx="386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o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28520C53-A5B8-968D-20FD-59EEAA192E2C}"/>
              </a:ext>
            </a:extLst>
          </p:cNvPr>
          <p:cNvSpPr txBox="1"/>
          <p:nvPr/>
        </p:nvSpPr>
        <p:spPr>
          <a:xfrm>
            <a:off x="2908671" y="9066977"/>
            <a:ext cx="364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p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3D8C37C5-052C-B76E-1D36-004FA917DC15}"/>
              </a:ext>
            </a:extLst>
          </p:cNvPr>
          <p:cNvSpPr txBox="1"/>
          <p:nvPr/>
        </p:nvSpPr>
        <p:spPr>
          <a:xfrm>
            <a:off x="4211641" y="1660003"/>
            <a:ext cx="578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i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02CD5B5E-D684-4787-7712-901A2246BE65}"/>
              </a:ext>
            </a:extLst>
          </p:cNvPr>
          <p:cNvSpPr txBox="1"/>
          <p:nvPr/>
        </p:nvSpPr>
        <p:spPr>
          <a:xfrm>
            <a:off x="4126811" y="2703765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j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2245F413-E012-B625-BC13-4FA5446EDEE9}"/>
              </a:ext>
            </a:extLst>
          </p:cNvPr>
          <p:cNvSpPr txBox="1"/>
          <p:nvPr/>
        </p:nvSpPr>
        <p:spPr>
          <a:xfrm>
            <a:off x="4078291" y="3783523"/>
            <a:ext cx="70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k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2958C0C6-6E7C-8DE9-72E1-BAD4F7B72C71}"/>
              </a:ext>
            </a:extLst>
          </p:cNvPr>
          <p:cNvSpPr txBox="1"/>
          <p:nvPr/>
        </p:nvSpPr>
        <p:spPr>
          <a:xfrm>
            <a:off x="4078291" y="4837587"/>
            <a:ext cx="777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l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0FD0ACAC-76F2-30A0-74B4-2B0F37E104FA}"/>
              </a:ext>
            </a:extLst>
          </p:cNvPr>
          <p:cNvSpPr txBox="1"/>
          <p:nvPr/>
        </p:nvSpPr>
        <p:spPr>
          <a:xfrm>
            <a:off x="4078291" y="5891940"/>
            <a:ext cx="417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m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5D2ECA11-B99F-5946-6D22-7EF771045129}"/>
              </a:ext>
            </a:extLst>
          </p:cNvPr>
          <p:cNvSpPr txBox="1"/>
          <p:nvPr/>
        </p:nvSpPr>
        <p:spPr>
          <a:xfrm>
            <a:off x="4078291" y="6944655"/>
            <a:ext cx="1261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n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87B8DBBB-101A-B0DB-7240-C3342D4D88BA}"/>
              </a:ext>
            </a:extLst>
          </p:cNvPr>
          <p:cNvSpPr txBox="1"/>
          <p:nvPr/>
        </p:nvSpPr>
        <p:spPr>
          <a:xfrm>
            <a:off x="4078291" y="8005816"/>
            <a:ext cx="386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o</a:t>
            </a: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AB28C8DF-832C-AD14-D813-FD66C77FB766}"/>
              </a:ext>
            </a:extLst>
          </p:cNvPr>
          <p:cNvSpPr txBox="1"/>
          <p:nvPr/>
        </p:nvSpPr>
        <p:spPr>
          <a:xfrm>
            <a:off x="4078291" y="9066977"/>
            <a:ext cx="364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p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04F54DA-362E-F7B3-3CB6-7DFF8963762B}"/>
              </a:ext>
            </a:extLst>
          </p:cNvPr>
          <p:cNvSpPr txBox="1"/>
          <p:nvPr/>
        </p:nvSpPr>
        <p:spPr>
          <a:xfrm>
            <a:off x="5411180" y="1660003"/>
            <a:ext cx="578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i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7681E34C-B372-2375-7E8D-4817015338FD}"/>
              </a:ext>
            </a:extLst>
          </p:cNvPr>
          <p:cNvSpPr txBox="1"/>
          <p:nvPr/>
        </p:nvSpPr>
        <p:spPr>
          <a:xfrm>
            <a:off x="5326350" y="2703765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j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F901A3A9-C4DA-8418-3A27-BFE649B2B40D}"/>
              </a:ext>
            </a:extLst>
          </p:cNvPr>
          <p:cNvSpPr txBox="1"/>
          <p:nvPr/>
        </p:nvSpPr>
        <p:spPr>
          <a:xfrm>
            <a:off x="5277830" y="3783523"/>
            <a:ext cx="70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k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C22457C3-F1BC-D08B-7CD8-CB3894E6995E}"/>
              </a:ext>
            </a:extLst>
          </p:cNvPr>
          <p:cNvSpPr txBox="1"/>
          <p:nvPr/>
        </p:nvSpPr>
        <p:spPr>
          <a:xfrm>
            <a:off x="5277830" y="4837587"/>
            <a:ext cx="777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l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E56E06CA-0C3E-635B-CE21-8C685E233D89}"/>
              </a:ext>
            </a:extLst>
          </p:cNvPr>
          <p:cNvSpPr txBox="1"/>
          <p:nvPr/>
        </p:nvSpPr>
        <p:spPr>
          <a:xfrm>
            <a:off x="5277830" y="5891940"/>
            <a:ext cx="417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m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324D7004-CADC-8DF2-9E1C-9FBF1DFF011C}"/>
              </a:ext>
            </a:extLst>
          </p:cNvPr>
          <p:cNvSpPr txBox="1"/>
          <p:nvPr/>
        </p:nvSpPr>
        <p:spPr>
          <a:xfrm>
            <a:off x="5277830" y="6944655"/>
            <a:ext cx="1261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n</a:t>
            </a: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1D364962-7F12-DF9E-97AB-6C47D31D774A}"/>
              </a:ext>
            </a:extLst>
          </p:cNvPr>
          <p:cNvSpPr txBox="1"/>
          <p:nvPr/>
        </p:nvSpPr>
        <p:spPr>
          <a:xfrm>
            <a:off x="5277830" y="8005816"/>
            <a:ext cx="386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o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F698A95F-F879-E0E6-E508-2F009DBBFE20}"/>
              </a:ext>
            </a:extLst>
          </p:cNvPr>
          <p:cNvSpPr txBox="1"/>
          <p:nvPr/>
        </p:nvSpPr>
        <p:spPr>
          <a:xfrm>
            <a:off x="5277830" y="9066977"/>
            <a:ext cx="364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p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14280F35-EFFF-6C50-A08F-0A638FCF5498}"/>
              </a:ext>
            </a:extLst>
          </p:cNvPr>
          <p:cNvSpPr txBox="1"/>
          <p:nvPr/>
        </p:nvSpPr>
        <p:spPr>
          <a:xfrm>
            <a:off x="6585325" y="1660003"/>
            <a:ext cx="578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i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4464D7A7-C8CD-37CF-B85A-2C20E10DB8E7}"/>
              </a:ext>
            </a:extLst>
          </p:cNvPr>
          <p:cNvSpPr txBox="1"/>
          <p:nvPr/>
        </p:nvSpPr>
        <p:spPr>
          <a:xfrm>
            <a:off x="6500495" y="2703765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j</a:t>
            </a:r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A3442C00-A5C3-4D97-916E-0FE7070112D3}"/>
              </a:ext>
            </a:extLst>
          </p:cNvPr>
          <p:cNvSpPr txBox="1"/>
          <p:nvPr/>
        </p:nvSpPr>
        <p:spPr>
          <a:xfrm>
            <a:off x="6451975" y="3783523"/>
            <a:ext cx="70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k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02968EFC-FA87-2C77-B409-079437A4BE0D}"/>
              </a:ext>
            </a:extLst>
          </p:cNvPr>
          <p:cNvSpPr txBox="1"/>
          <p:nvPr/>
        </p:nvSpPr>
        <p:spPr>
          <a:xfrm>
            <a:off x="6451975" y="4837587"/>
            <a:ext cx="777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l</a:t>
            </a:r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E8C5A399-CCB3-3E02-C324-044E5FB4C7C1}"/>
              </a:ext>
            </a:extLst>
          </p:cNvPr>
          <p:cNvSpPr txBox="1"/>
          <p:nvPr/>
        </p:nvSpPr>
        <p:spPr>
          <a:xfrm>
            <a:off x="6451975" y="5891940"/>
            <a:ext cx="417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m</a:t>
            </a: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9118EB33-58FA-0E39-D782-1F7E79BF163F}"/>
              </a:ext>
            </a:extLst>
          </p:cNvPr>
          <p:cNvSpPr txBox="1"/>
          <p:nvPr/>
        </p:nvSpPr>
        <p:spPr>
          <a:xfrm>
            <a:off x="6451975" y="6944655"/>
            <a:ext cx="1261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n</a:t>
            </a:r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AC65027D-CE35-B928-A862-21D63E57A6E9}"/>
              </a:ext>
            </a:extLst>
          </p:cNvPr>
          <p:cNvSpPr txBox="1"/>
          <p:nvPr/>
        </p:nvSpPr>
        <p:spPr>
          <a:xfrm>
            <a:off x="6451975" y="8005816"/>
            <a:ext cx="386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o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50CBA5EC-7376-66C0-3DB2-102C210A10F0}"/>
              </a:ext>
            </a:extLst>
          </p:cNvPr>
          <p:cNvSpPr txBox="1"/>
          <p:nvPr/>
        </p:nvSpPr>
        <p:spPr>
          <a:xfrm>
            <a:off x="6451975" y="9066977"/>
            <a:ext cx="364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p</a:t>
            </a:r>
          </a:p>
        </p:txBody>
      </p:sp>
      <p:sp>
        <p:nvSpPr>
          <p:cNvPr id="3" name="Sous-titre 4">
            <a:extLst>
              <a:ext uri="{FF2B5EF4-FFF2-40B4-BE49-F238E27FC236}">
                <a16:creationId xmlns:a16="http://schemas.microsoft.com/office/drawing/2014/main" id="{1BE02FEB-DCFF-161C-9080-D0627E3FF2A7}"/>
              </a:ext>
            </a:extLst>
          </p:cNvPr>
          <p:cNvSpPr txBox="1">
            <a:spLocks/>
          </p:cNvSpPr>
          <p:nvPr/>
        </p:nvSpPr>
        <p:spPr>
          <a:xfrm>
            <a:off x="895021" y="761767"/>
            <a:ext cx="6033384" cy="72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94379" indent="-194379" algn="l" defTabSz="777514" rtl="0" eaLnBrk="1" latinLnBrk="0" hangingPunct="1">
              <a:lnSpc>
                <a:spcPct val="9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 sz="23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3136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20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893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0650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49407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8164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922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5679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4436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4400" b="1" dirty="0">
                <a:latin typeface="CCBiffBamBoomOutline" panose="00000500000000000000" pitchFamily="50" charset="0"/>
              </a:rPr>
              <a:t>Heroinky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EF710BE-543F-11C6-FD76-6C105B55C240}"/>
              </a:ext>
            </a:extLst>
          </p:cNvPr>
          <p:cNvSpPr txBox="1"/>
          <p:nvPr/>
        </p:nvSpPr>
        <p:spPr>
          <a:xfrm>
            <a:off x="2723846" y="9570298"/>
            <a:ext cx="23278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www.loopinky.com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7B5B38B-EC40-6038-85C8-18D8CD9E8BD3}"/>
              </a:ext>
            </a:extLst>
          </p:cNvPr>
          <p:cNvSpPr txBox="1"/>
          <p:nvPr/>
        </p:nvSpPr>
        <p:spPr>
          <a:xfrm>
            <a:off x="2729222" y="289981"/>
            <a:ext cx="25330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For </a:t>
            </a:r>
            <a:r>
              <a:rPr lang="fr-FR" sz="1600" dirty="0" err="1">
                <a:latin typeface="New Kansas Black" pitchFamily="50" charset="0"/>
                <a:cs typeface="Arial" panose="020B0604020202020204" pitchFamily="34" charset="0"/>
              </a:rPr>
              <a:t>personal</a:t>
            </a:r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 use </a:t>
            </a:r>
            <a:r>
              <a:rPr lang="fr-FR" sz="1600" dirty="0" err="1">
                <a:latin typeface="New Kansas Black" pitchFamily="50" charset="0"/>
                <a:cs typeface="Arial" panose="020B0604020202020204" pitchFamily="34" charset="0"/>
              </a:rPr>
              <a:t>only</a:t>
            </a:r>
            <a:endParaRPr lang="fr-FR" sz="1600" dirty="0">
              <a:latin typeface="New Kansas Black" pitchFamily="50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385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C745F-D98F-EAA1-8B5F-24A0DE69D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Espace réservé du contenu 15">
            <a:extLst>
              <a:ext uri="{FF2B5EF4-FFF2-40B4-BE49-F238E27FC236}">
                <a16:creationId xmlns:a16="http://schemas.microsoft.com/office/drawing/2014/main" id="{6694FB6B-DD95-B646-26A7-40D9D8EBC9CC}"/>
              </a:ext>
            </a:extLst>
          </p:cNvPr>
          <p:cNvGraphicFramePr>
            <a:graphicFrameLocks noGrp="1" noDrilldown="1" noMove="1" noResize="1"/>
          </p:cNvGraphicFramePr>
          <p:nvPr>
            <p:ph idx="1"/>
          </p:nvPr>
        </p:nvGraphicFramePr>
        <p:xfrm>
          <a:off x="534987" y="1499879"/>
          <a:ext cx="6705600" cy="81872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05600">
                  <a:extLst>
                    <a:ext uri="{9D8B030D-6E8A-4147-A177-3AD203B41FA5}">
                      <a16:colId xmlns:a16="http://schemas.microsoft.com/office/drawing/2014/main" val="2942660820"/>
                    </a:ext>
                  </a:extLst>
                </a:gridCol>
              </a:tblGrid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56827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82588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8740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761948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75798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928746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10676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083555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96292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771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05536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56678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15623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007119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4704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3913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90772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71536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19877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53780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35950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105826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143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555494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62240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642309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37069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82031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13249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07216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252631"/>
                  </a:ext>
                </a:extLst>
              </a:tr>
            </a:tbl>
          </a:graphicData>
        </a:graphic>
      </p:graphicFrame>
      <p:sp>
        <p:nvSpPr>
          <p:cNvPr id="18" name="ZoneTexte 17">
            <a:extLst>
              <a:ext uri="{FF2B5EF4-FFF2-40B4-BE49-F238E27FC236}">
                <a16:creationId xmlns:a16="http://schemas.microsoft.com/office/drawing/2014/main" id="{DEE01261-7452-2224-7F9F-9D6221985780}"/>
              </a:ext>
            </a:extLst>
          </p:cNvPr>
          <p:cNvSpPr txBox="1"/>
          <p:nvPr/>
        </p:nvSpPr>
        <p:spPr>
          <a:xfrm>
            <a:off x="534987" y="1632652"/>
            <a:ext cx="578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q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212D47F-0B1B-54EB-9D50-6244F75E3039}"/>
              </a:ext>
            </a:extLst>
          </p:cNvPr>
          <p:cNvSpPr txBox="1"/>
          <p:nvPr/>
        </p:nvSpPr>
        <p:spPr>
          <a:xfrm>
            <a:off x="534987" y="2696241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r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BA23BB6-DDBA-480B-37AC-6F650818BF28}"/>
              </a:ext>
            </a:extLst>
          </p:cNvPr>
          <p:cNvSpPr txBox="1"/>
          <p:nvPr/>
        </p:nvSpPr>
        <p:spPr>
          <a:xfrm>
            <a:off x="534987" y="3749245"/>
            <a:ext cx="70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5CF7F8E-BD52-AB59-C399-ED811F8AFB59}"/>
              </a:ext>
            </a:extLst>
          </p:cNvPr>
          <p:cNvSpPr txBox="1"/>
          <p:nvPr/>
        </p:nvSpPr>
        <p:spPr>
          <a:xfrm>
            <a:off x="534987" y="4803309"/>
            <a:ext cx="777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t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5E7BAC8-FF67-566B-240F-C227DCDDC0B0}"/>
              </a:ext>
            </a:extLst>
          </p:cNvPr>
          <p:cNvSpPr txBox="1"/>
          <p:nvPr/>
        </p:nvSpPr>
        <p:spPr>
          <a:xfrm>
            <a:off x="534987" y="5857662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u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DBE5441-DC90-350D-0F4A-0BE18E56AE06}"/>
              </a:ext>
            </a:extLst>
          </p:cNvPr>
          <p:cNvSpPr txBox="1"/>
          <p:nvPr/>
        </p:nvSpPr>
        <p:spPr>
          <a:xfrm>
            <a:off x="534987" y="6910377"/>
            <a:ext cx="1261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v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3CECFB6-F73E-753E-7DF5-57759C93B0D3}"/>
              </a:ext>
            </a:extLst>
          </p:cNvPr>
          <p:cNvSpPr txBox="1"/>
          <p:nvPr/>
        </p:nvSpPr>
        <p:spPr>
          <a:xfrm>
            <a:off x="534987" y="7971538"/>
            <a:ext cx="394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w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200B4B3-8C8D-AD72-812B-0D97DDECFCFC}"/>
              </a:ext>
            </a:extLst>
          </p:cNvPr>
          <p:cNvSpPr txBox="1"/>
          <p:nvPr/>
        </p:nvSpPr>
        <p:spPr>
          <a:xfrm>
            <a:off x="534987" y="9032699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x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BCF68081-F642-D11C-2CE4-65D3D95B19BB}"/>
              </a:ext>
            </a:extLst>
          </p:cNvPr>
          <p:cNvSpPr txBox="1"/>
          <p:nvPr/>
        </p:nvSpPr>
        <p:spPr>
          <a:xfrm>
            <a:off x="1734526" y="1632652"/>
            <a:ext cx="578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q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EC8F8EE6-3175-9DFD-AEC8-CD45B6D42A38}"/>
              </a:ext>
            </a:extLst>
          </p:cNvPr>
          <p:cNvSpPr txBox="1"/>
          <p:nvPr/>
        </p:nvSpPr>
        <p:spPr>
          <a:xfrm>
            <a:off x="1734526" y="2696241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r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6E9B79EF-F785-4A78-ECB9-A859D3599B6D}"/>
              </a:ext>
            </a:extLst>
          </p:cNvPr>
          <p:cNvSpPr txBox="1"/>
          <p:nvPr/>
        </p:nvSpPr>
        <p:spPr>
          <a:xfrm>
            <a:off x="1734526" y="3749245"/>
            <a:ext cx="70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s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610457A1-9CD0-8FD8-1C5C-B7C8C626D4B4}"/>
              </a:ext>
            </a:extLst>
          </p:cNvPr>
          <p:cNvSpPr txBox="1"/>
          <p:nvPr/>
        </p:nvSpPr>
        <p:spPr>
          <a:xfrm>
            <a:off x="1734526" y="4803309"/>
            <a:ext cx="777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t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7F47A156-6CBE-644C-89A2-F35CC18B50AA}"/>
              </a:ext>
            </a:extLst>
          </p:cNvPr>
          <p:cNvSpPr txBox="1"/>
          <p:nvPr/>
        </p:nvSpPr>
        <p:spPr>
          <a:xfrm>
            <a:off x="1734526" y="5857662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u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1B030320-75C1-CCE4-9AD6-AB74EAFE07B4}"/>
              </a:ext>
            </a:extLst>
          </p:cNvPr>
          <p:cNvSpPr txBox="1"/>
          <p:nvPr/>
        </p:nvSpPr>
        <p:spPr>
          <a:xfrm>
            <a:off x="1734526" y="6910377"/>
            <a:ext cx="1261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v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93A2FB63-28DA-1057-9CEB-80E52E1681EE}"/>
              </a:ext>
            </a:extLst>
          </p:cNvPr>
          <p:cNvSpPr txBox="1"/>
          <p:nvPr/>
        </p:nvSpPr>
        <p:spPr>
          <a:xfrm>
            <a:off x="1734526" y="7971538"/>
            <a:ext cx="394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w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9EA794C4-6F0E-2A44-3719-7FB7A898920C}"/>
              </a:ext>
            </a:extLst>
          </p:cNvPr>
          <p:cNvSpPr txBox="1"/>
          <p:nvPr/>
        </p:nvSpPr>
        <p:spPr>
          <a:xfrm>
            <a:off x="1734526" y="9032699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x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3D8C5A55-6327-5C80-5561-527963D338DC}"/>
              </a:ext>
            </a:extLst>
          </p:cNvPr>
          <p:cNvSpPr txBox="1"/>
          <p:nvPr/>
        </p:nvSpPr>
        <p:spPr>
          <a:xfrm>
            <a:off x="2908671" y="1632652"/>
            <a:ext cx="578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q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4383F0BB-7BA3-0DD7-0038-323BB9589458}"/>
              </a:ext>
            </a:extLst>
          </p:cNvPr>
          <p:cNvSpPr txBox="1"/>
          <p:nvPr/>
        </p:nvSpPr>
        <p:spPr>
          <a:xfrm>
            <a:off x="2908671" y="2696241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r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B225164D-D2C1-E885-5F3F-AF33AF907196}"/>
              </a:ext>
            </a:extLst>
          </p:cNvPr>
          <p:cNvSpPr txBox="1"/>
          <p:nvPr/>
        </p:nvSpPr>
        <p:spPr>
          <a:xfrm>
            <a:off x="2908671" y="3749245"/>
            <a:ext cx="70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s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22F18353-CEB9-A008-1A6C-99B95B222792}"/>
              </a:ext>
            </a:extLst>
          </p:cNvPr>
          <p:cNvSpPr txBox="1"/>
          <p:nvPr/>
        </p:nvSpPr>
        <p:spPr>
          <a:xfrm>
            <a:off x="2908671" y="4803309"/>
            <a:ext cx="777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t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1EF70E44-FE99-6561-B963-7D46C51502F6}"/>
              </a:ext>
            </a:extLst>
          </p:cNvPr>
          <p:cNvSpPr txBox="1"/>
          <p:nvPr/>
        </p:nvSpPr>
        <p:spPr>
          <a:xfrm>
            <a:off x="2908671" y="5857662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u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8101BCF0-2AB5-5B08-AE91-C6BAB3B66039}"/>
              </a:ext>
            </a:extLst>
          </p:cNvPr>
          <p:cNvSpPr txBox="1"/>
          <p:nvPr/>
        </p:nvSpPr>
        <p:spPr>
          <a:xfrm>
            <a:off x="2908671" y="6910377"/>
            <a:ext cx="1261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v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B63EBE6-AC5E-2267-E2CC-9814AF2FE2FF}"/>
              </a:ext>
            </a:extLst>
          </p:cNvPr>
          <p:cNvSpPr txBox="1"/>
          <p:nvPr/>
        </p:nvSpPr>
        <p:spPr>
          <a:xfrm>
            <a:off x="2908671" y="7971538"/>
            <a:ext cx="394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w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4362D33F-AAE5-A39E-ABE8-A6B19AD8F84A}"/>
              </a:ext>
            </a:extLst>
          </p:cNvPr>
          <p:cNvSpPr txBox="1"/>
          <p:nvPr/>
        </p:nvSpPr>
        <p:spPr>
          <a:xfrm>
            <a:off x="2908671" y="9032699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x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6F285061-1D2F-CC29-4E19-212F90A36B69}"/>
              </a:ext>
            </a:extLst>
          </p:cNvPr>
          <p:cNvSpPr txBox="1"/>
          <p:nvPr/>
        </p:nvSpPr>
        <p:spPr>
          <a:xfrm>
            <a:off x="4078291" y="1632652"/>
            <a:ext cx="578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q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B7085A60-4AFC-B311-E049-E1DDAA8FA24B}"/>
              </a:ext>
            </a:extLst>
          </p:cNvPr>
          <p:cNvSpPr txBox="1"/>
          <p:nvPr/>
        </p:nvSpPr>
        <p:spPr>
          <a:xfrm>
            <a:off x="4078291" y="2696241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r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CCF38A83-2D9A-D8CB-8DD4-CD14F92F00F8}"/>
              </a:ext>
            </a:extLst>
          </p:cNvPr>
          <p:cNvSpPr txBox="1"/>
          <p:nvPr/>
        </p:nvSpPr>
        <p:spPr>
          <a:xfrm>
            <a:off x="4078291" y="3749245"/>
            <a:ext cx="70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s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4ED2ADE9-CCA9-50E0-FD3B-F9FD0B7F9109}"/>
              </a:ext>
            </a:extLst>
          </p:cNvPr>
          <p:cNvSpPr txBox="1"/>
          <p:nvPr/>
        </p:nvSpPr>
        <p:spPr>
          <a:xfrm>
            <a:off x="4078291" y="4803309"/>
            <a:ext cx="777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t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91043393-FA1C-0651-8996-1CC507728F2D}"/>
              </a:ext>
            </a:extLst>
          </p:cNvPr>
          <p:cNvSpPr txBox="1"/>
          <p:nvPr/>
        </p:nvSpPr>
        <p:spPr>
          <a:xfrm>
            <a:off x="4078291" y="5857662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u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12DC6269-2F35-751A-F034-F9BE5F9C0D95}"/>
              </a:ext>
            </a:extLst>
          </p:cNvPr>
          <p:cNvSpPr txBox="1"/>
          <p:nvPr/>
        </p:nvSpPr>
        <p:spPr>
          <a:xfrm>
            <a:off x="4078291" y="6910377"/>
            <a:ext cx="1261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v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F4F63DB6-89C0-B2C4-DCE3-C1B8AC9B6E3D}"/>
              </a:ext>
            </a:extLst>
          </p:cNvPr>
          <p:cNvSpPr txBox="1"/>
          <p:nvPr/>
        </p:nvSpPr>
        <p:spPr>
          <a:xfrm>
            <a:off x="4078291" y="7971538"/>
            <a:ext cx="394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w</a:t>
            </a: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7CD8E0BC-8FF2-0317-D328-355F3D287428}"/>
              </a:ext>
            </a:extLst>
          </p:cNvPr>
          <p:cNvSpPr txBox="1"/>
          <p:nvPr/>
        </p:nvSpPr>
        <p:spPr>
          <a:xfrm>
            <a:off x="4078291" y="9032699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x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B711474B-9BE2-748F-2A02-D9BD0BD22150}"/>
              </a:ext>
            </a:extLst>
          </p:cNvPr>
          <p:cNvSpPr txBox="1"/>
          <p:nvPr/>
        </p:nvSpPr>
        <p:spPr>
          <a:xfrm>
            <a:off x="5277830" y="1632652"/>
            <a:ext cx="578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q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4ED210A3-68E7-10DB-E973-1822C6B7BC14}"/>
              </a:ext>
            </a:extLst>
          </p:cNvPr>
          <p:cNvSpPr txBox="1"/>
          <p:nvPr/>
        </p:nvSpPr>
        <p:spPr>
          <a:xfrm>
            <a:off x="5277830" y="2696241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r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7A4CB86F-B1AE-FDB8-B338-B326607DE807}"/>
              </a:ext>
            </a:extLst>
          </p:cNvPr>
          <p:cNvSpPr txBox="1"/>
          <p:nvPr/>
        </p:nvSpPr>
        <p:spPr>
          <a:xfrm>
            <a:off x="5277830" y="3749245"/>
            <a:ext cx="70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6212F9A8-C75B-1193-1727-825F0D39CBD4}"/>
              </a:ext>
            </a:extLst>
          </p:cNvPr>
          <p:cNvSpPr txBox="1"/>
          <p:nvPr/>
        </p:nvSpPr>
        <p:spPr>
          <a:xfrm>
            <a:off x="5277830" y="4803309"/>
            <a:ext cx="777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t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5D54DC9E-5FCB-D350-B882-A1E52A3461DE}"/>
              </a:ext>
            </a:extLst>
          </p:cNvPr>
          <p:cNvSpPr txBox="1"/>
          <p:nvPr/>
        </p:nvSpPr>
        <p:spPr>
          <a:xfrm>
            <a:off x="5277830" y="5857662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u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7FD7888A-6D17-1146-A86D-7775796230C1}"/>
              </a:ext>
            </a:extLst>
          </p:cNvPr>
          <p:cNvSpPr txBox="1"/>
          <p:nvPr/>
        </p:nvSpPr>
        <p:spPr>
          <a:xfrm>
            <a:off x="5277830" y="6910377"/>
            <a:ext cx="1261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v</a:t>
            </a: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5F2F12A7-7A93-574E-E907-3B119FF2B7EE}"/>
              </a:ext>
            </a:extLst>
          </p:cNvPr>
          <p:cNvSpPr txBox="1"/>
          <p:nvPr/>
        </p:nvSpPr>
        <p:spPr>
          <a:xfrm>
            <a:off x="5277830" y="7971538"/>
            <a:ext cx="394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w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96C27796-33E1-6401-6367-2497CF27FA93}"/>
              </a:ext>
            </a:extLst>
          </p:cNvPr>
          <p:cNvSpPr txBox="1"/>
          <p:nvPr/>
        </p:nvSpPr>
        <p:spPr>
          <a:xfrm>
            <a:off x="5277830" y="9032699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x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7A10F36E-A1AF-7FC2-650D-B3ABC48AB25C}"/>
              </a:ext>
            </a:extLst>
          </p:cNvPr>
          <p:cNvSpPr txBox="1"/>
          <p:nvPr/>
        </p:nvSpPr>
        <p:spPr>
          <a:xfrm>
            <a:off x="6451975" y="1632652"/>
            <a:ext cx="578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q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13794859-9429-F78B-FF45-28F1A9E46916}"/>
              </a:ext>
            </a:extLst>
          </p:cNvPr>
          <p:cNvSpPr txBox="1"/>
          <p:nvPr/>
        </p:nvSpPr>
        <p:spPr>
          <a:xfrm>
            <a:off x="6451975" y="2696241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r</a:t>
            </a:r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57859C5D-DE55-B09C-2659-5E15E156B620}"/>
              </a:ext>
            </a:extLst>
          </p:cNvPr>
          <p:cNvSpPr txBox="1"/>
          <p:nvPr/>
        </p:nvSpPr>
        <p:spPr>
          <a:xfrm>
            <a:off x="6451975" y="3749245"/>
            <a:ext cx="70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s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568776D9-6D6D-1A08-23EE-1C66136BC478}"/>
              </a:ext>
            </a:extLst>
          </p:cNvPr>
          <p:cNvSpPr txBox="1"/>
          <p:nvPr/>
        </p:nvSpPr>
        <p:spPr>
          <a:xfrm>
            <a:off x="6451975" y="4803309"/>
            <a:ext cx="777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t</a:t>
            </a:r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DBB26EF1-9118-EE7C-2C59-EF2609701775}"/>
              </a:ext>
            </a:extLst>
          </p:cNvPr>
          <p:cNvSpPr txBox="1"/>
          <p:nvPr/>
        </p:nvSpPr>
        <p:spPr>
          <a:xfrm>
            <a:off x="6451975" y="5857662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u</a:t>
            </a: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F0A8D203-FB19-CE7A-D7D8-2D58B6D84E69}"/>
              </a:ext>
            </a:extLst>
          </p:cNvPr>
          <p:cNvSpPr txBox="1"/>
          <p:nvPr/>
        </p:nvSpPr>
        <p:spPr>
          <a:xfrm>
            <a:off x="6451975" y="6910377"/>
            <a:ext cx="1261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v</a:t>
            </a:r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73AB2E9B-13C1-AE9A-EAC7-735345040F70}"/>
              </a:ext>
            </a:extLst>
          </p:cNvPr>
          <p:cNvSpPr txBox="1"/>
          <p:nvPr/>
        </p:nvSpPr>
        <p:spPr>
          <a:xfrm>
            <a:off x="6451975" y="7971538"/>
            <a:ext cx="394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w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AC1902CF-1C0A-BE79-5DF6-FB1D52A5BAE3}"/>
              </a:ext>
            </a:extLst>
          </p:cNvPr>
          <p:cNvSpPr txBox="1"/>
          <p:nvPr/>
        </p:nvSpPr>
        <p:spPr>
          <a:xfrm>
            <a:off x="6451975" y="9032699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x</a:t>
            </a:r>
          </a:p>
        </p:txBody>
      </p:sp>
      <p:sp>
        <p:nvSpPr>
          <p:cNvPr id="3" name="Sous-titre 4">
            <a:extLst>
              <a:ext uri="{FF2B5EF4-FFF2-40B4-BE49-F238E27FC236}">
                <a16:creationId xmlns:a16="http://schemas.microsoft.com/office/drawing/2014/main" id="{5DE08724-39F8-0572-1E03-F4084A21AA58}"/>
              </a:ext>
            </a:extLst>
          </p:cNvPr>
          <p:cNvSpPr txBox="1">
            <a:spLocks/>
          </p:cNvSpPr>
          <p:nvPr/>
        </p:nvSpPr>
        <p:spPr>
          <a:xfrm>
            <a:off x="895021" y="761767"/>
            <a:ext cx="6033384" cy="72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94379" indent="-194379" algn="l" defTabSz="777514" rtl="0" eaLnBrk="1" latinLnBrk="0" hangingPunct="1">
              <a:lnSpc>
                <a:spcPct val="9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 sz="23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3136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20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893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0650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49407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8164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922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5679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4436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4400" b="1" dirty="0">
                <a:latin typeface="CCBiffBamBoomOutline" panose="00000500000000000000" pitchFamily="50" charset="0"/>
              </a:rPr>
              <a:t>Heroinky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74BDC03-2EEB-D002-DB3D-FEB8DA162915}"/>
              </a:ext>
            </a:extLst>
          </p:cNvPr>
          <p:cNvSpPr txBox="1"/>
          <p:nvPr/>
        </p:nvSpPr>
        <p:spPr>
          <a:xfrm>
            <a:off x="2723846" y="9570298"/>
            <a:ext cx="23278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www.loopinky.com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E3B1D87-19D4-7560-E85D-53BCFAA33692}"/>
              </a:ext>
            </a:extLst>
          </p:cNvPr>
          <p:cNvSpPr txBox="1"/>
          <p:nvPr/>
        </p:nvSpPr>
        <p:spPr>
          <a:xfrm>
            <a:off x="2729222" y="289981"/>
            <a:ext cx="25330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For </a:t>
            </a:r>
            <a:r>
              <a:rPr lang="fr-FR" sz="1600" dirty="0" err="1">
                <a:latin typeface="New Kansas Black" pitchFamily="50" charset="0"/>
                <a:cs typeface="Arial" panose="020B0604020202020204" pitchFamily="34" charset="0"/>
              </a:rPr>
              <a:t>personal</a:t>
            </a:r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 use </a:t>
            </a:r>
            <a:r>
              <a:rPr lang="fr-FR" sz="1600" dirty="0" err="1">
                <a:latin typeface="New Kansas Black" pitchFamily="50" charset="0"/>
                <a:cs typeface="Arial" panose="020B0604020202020204" pitchFamily="34" charset="0"/>
              </a:rPr>
              <a:t>only</a:t>
            </a:r>
            <a:endParaRPr lang="fr-FR" sz="1600" dirty="0">
              <a:latin typeface="New Kansas Black" pitchFamily="50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950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13F7D-28FB-67B1-A5DB-99DCD9741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Espace réservé du contenu 15">
            <a:extLst>
              <a:ext uri="{FF2B5EF4-FFF2-40B4-BE49-F238E27FC236}">
                <a16:creationId xmlns:a16="http://schemas.microsoft.com/office/drawing/2014/main" id="{1EC95469-A8F8-DCE7-14F4-9702E968663C}"/>
              </a:ext>
            </a:extLst>
          </p:cNvPr>
          <p:cNvGraphicFramePr>
            <a:graphicFrameLocks noGrp="1" noDrilldown="1" noMove="1" noResize="1"/>
          </p:cNvGraphicFramePr>
          <p:nvPr>
            <p:ph idx="1"/>
          </p:nvPr>
        </p:nvGraphicFramePr>
        <p:xfrm>
          <a:off x="534987" y="1499879"/>
          <a:ext cx="6705600" cy="81872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05600">
                  <a:extLst>
                    <a:ext uri="{9D8B030D-6E8A-4147-A177-3AD203B41FA5}">
                      <a16:colId xmlns:a16="http://schemas.microsoft.com/office/drawing/2014/main" val="2942660820"/>
                    </a:ext>
                  </a:extLst>
                </a:gridCol>
              </a:tblGrid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56827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82588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8740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761948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75798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928746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10676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083555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96292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771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05536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56678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15623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007119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4704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3913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90772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71536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19877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53780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35950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105826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143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555494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62240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642309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37069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82031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13249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07216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252631"/>
                  </a:ext>
                </a:extLst>
              </a:tr>
            </a:tbl>
          </a:graphicData>
        </a:graphic>
      </p:graphicFrame>
      <p:sp>
        <p:nvSpPr>
          <p:cNvPr id="18" name="ZoneTexte 17">
            <a:extLst>
              <a:ext uri="{FF2B5EF4-FFF2-40B4-BE49-F238E27FC236}">
                <a16:creationId xmlns:a16="http://schemas.microsoft.com/office/drawing/2014/main" id="{1E734C7E-F8EF-C5DA-A018-515CF5B2D366}"/>
              </a:ext>
            </a:extLst>
          </p:cNvPr>
          <p:cNvSpPr txBox="1"/>
          <p:nvPr/>
        </p:nvSpPr>
        <p:spPr>
          <a:xfrm>
            <a:off x="534987" y="1653539"/>
            <a:ext cx="578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Y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08F8C2F-C9E9-FDA6-B31F-3060F1DBCA70}"/>
              </a:ext>
            </a:extLst>
          </p:cNvPr>
          <p:cNvSpPr txBox="1"/>
          <p:nvPr/>
        </p:nvSpPr>
        <p:spPr>
          <a:xfrm>
            <a:off x="534987" y="2717128"/>
            <a:ext cx="375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CCBiffBamBoomOutline" panose="00000500000000000000" pitchFamily="50" charset="0"/>
              </a:rPr>
              <a:t>Z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DA1802A7-649B-3BE1-08BD-14A6DCF27252}"/>
              </a:ext>
            </a:extLst>
          </p:cNvPr>
          <p:cNvSpPr txBox="1"/>
          <p:nvPr/>
        </p:nvSpPr>
        <p:spPr>
          <a:xfrm>
            <a:off x="1734526" y="1653539"/>
            <a:ext cx="578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Y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581D30EC-0B59-1DE2-53EF-C93C780CF2AD}"/>
              </a:ext>
            </a:extLst>
          </p:cNvPr>
          <p:cNvSpPr txBox="1"/>
          <p:nvPr/>
        </p:nvSpPr>
        <p:spPr>
          <a:xfrm>
            <a:off x="1734526" y="2717128"/>
            <a:ext cx="375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Z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EE630F3B-2128-6022-7524-58F26C21BBF5}"/>
              </a:ext>
            </a:extLst>
          </p:cNvPr>
          <p:cNvSpPr txBox="1"/>
          <p:nvPr/>
        </p:nvSpPr>
        <p:spPr>
          <a:xfrm>
            <a:off x="2908671" y="1653539"/>
            <a:ext cx="578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Y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07F5B0A6-0361-FEE0-16DF-FABF0CABFC5D}"/>
              </a:ext>
            </a:extLst>
          </p:cNvPr>
          <p:cNvSpPr txBox="1"/>
          <p:nvPr/>
        </p:nvSpPr>
        <p:spPr>
          <a:xfrm>
            <a:off x="2908671" y="2717128"/>
            <a:ext cx="375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Z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288B9F32-AA7D-57C5-EF81-B46DA1E47964}"/>
              </a:ext>
            </a:extLst>
          </p:cNvPr>
          <p:cNvSpPr txBox="1"/>
          <p:nvPr/>
        </p:nvSpPr>
        <p:spPr>
          <a:xfrm>
            <a:off x="4078291" y="1653539"/>
            <a:ext cx="578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Y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A1A36AB-A195-18DF-C22C-F30358B8B864}"/>
              </a:ext>
            </a:extLst>
          </p:cNvPr>
          <p:cNvSpPr txBox="1"/>
          <p:nvPr/>
        </p:nvSpPr>
        <p:spPr>
          <a:xfrm>
            <a:off x="4078291" y="2717128"/>
            <a:ext cx="375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Z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CF46F510-4624-B831-7077-78FECCE25350}"/>
              </a:ext>
            </a:extLst>
          </p:cNvPr>
          <p:cNvSpPr txBox="1"/>
          <p:nvPr/>
        </p:nvSpPr>
        <p:spPr>
          <a:xfrm>
            <a:off x="5277830" y="1653539"/>
            <a:ext cx="578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Y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C4E127BF-4AE2-54F4-4478-EA8A19334790}"/>
              </a:ext>
            </a:extLst>
          </p:cNvPr>
          <p:cNvSpPr txBox="1"/>
          <p:nvPr/>
        </p:nvSpPr>
        <p:spPr>
          <a:xfrm>
            <a:off x="5277830" y="2717128"/>
            <a:ext cx="375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Z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C92868D6-DFCE-B018-8D87-DA36D0C570B2}"/>
              </a:ext>
            </a:extLst>
          </p:cNvPr>
          <p:cNvSpPr txBox="1"/>
          <p:nvPr/>
        </p:nvSpPr>
        <p:spPr>
          <a:xfrm>
            <a:off x="6451975" y="1653539"/>
            <a:ext cx="578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Y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9ABD0C48-F535-3762-72E4-44B46F1CC10D}"/>
              </a:ext>
            </a:extLst>
          </p:cNvPr>
          <p:cNvSpPr txBox="1"/>
          <p:nvPr/>
        </p:nvSpPr>
        <p:spPr>
          <a:xfrm>
            <a:off x="6451975" y="2717128"/>
            <a:ext cx="375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Z</a:t>
            </a:r>
          </a:p>
        </p:txBody>
      </p:sp>
      <p:sp>
        <p:nvSpPr>
          <p:cNvPr id="3" name="Sous-titre 4">
            <a:extLst>
              <a:ext uri="{FF2B5EF4-FFF2-40B4-BE49-F238E27FC236}">
                <a16:creationId xmlns:a16="http://schemas.microsoft.com/office/drawing/2014/main" id="{785FA8CF-C3A0-C0BC-D743-F072BA3D3DEC}"/>
              </a:ext>
            </a:extLst>
          </p:cNvPr>
          <p:cNvSpPr txBox="1">
            <a:spLocks/>
          </p:cNvSpPr>
          <p:nvPr/>
        </p:nvSpPr>
        <p:spPr>
          <a:xfrm>
            <a:off x="895021" y="761767"/>
            <a:ext cx="6033384" cy="72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94379" indent="-194379" algn="l" defTabSz="777514" rtl="0" eaLnBrk="1" latinLnBrk="0" hangingPunct="1">
              <a:lnSpc>
                <a:spcPct val="9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 sz="23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3136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20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893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0650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49407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8164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922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5679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4436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4400" b="1" dirty="0">
                <a:latin typeface="CCBiffBamBoomOutline" panose="00000500000000000000" pitchFamily="50" charset="0"/>
              </a:rPr>
              <a:t>Heroinky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CB3F15D-FC54-503C-DC5F-2494AC3C1C59}"/>
              </a:ext>
            </a:extLst>
          </p:cNvPr>
          <p:cNvSpPr txBox="1"/>
          <p:nvPr/>
        </p:nvSpPr>
        <p:spPr>
          <a:xfrm>
            <a:off x="2723846" y="9570298"/>
            <a:ext cx="23278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www.loopinky.com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1E6B84D-978F-BBB0-9EB4-40BCF49EFB4C}"/>
              </a:ext>
            </a:extLst>
          </p:cNvPr>
          <p:cNvSpPr txBox="1"/>
          <p:nvPr/>
        </p:nvSpPr>
        <p:spPr>
          <a:xfrm>
            <a:off x="2729222" y="289981"/>
            <a:ext cx="25330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For </a:t>
            </a:r>
            <a:r>
              <a:rPr lang="fr-FR" sz="1600" dirty="0" err="1">
                <a:latin typeface="New Kansas Black" pitchFamily="50" charset="0"/>
                <a:cs typeface="Arial" panose="020B0604020202020204" pitchFamily="34" charset="0"/>
              </a:rPr>
              <a:t>personal</a:t>
            </a:r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 use </a:t>
            </a:r>
            <a:r>
              <a:rPr lang="fr-FR" sz="1600" dirty="0" err="1">
                <a:latin typeface="New Kansas Black" pitchFamily="50" charset="0"/>
                <a:cs typeface="Arial" panose="020B0604020202020204" pitchFamily="34" charset="0"/>
              </a:rPr>
              <a:t>only</a:t>
            </a:r>
            <a:endParaRPr lang="fr-FR" sz="1600" dirty="0">
              <a:latin typeface="New Kansas Black" pitchFamily="50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409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66B1A-02D1-8B23-410F-4CE6039EB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Espace réservé du contenu 15">
            <a:extLst>
              <a:ext uri="{FF2B5EF4-FFF2-40B4-BE49-F238E27FC236}">
                <a16:creationId xmlns:a16="http://schemas.microsoft.com/office/drawing/2014/main" id="{984BA395-5E12-3DBF-D92A-F385BBDAF3D5}"/>
              </a:ext>
            </a:extLst>
          </p:cNvPr>
          <p:cNvGraphicFramePr>
            <a:graphicFrameLocks noGrp="1" noDrilldown="1" noMove="1" noResize="1"/>
          </p:cNvGraphicFramePr>
          <p:nvPr>
            <p:ph idx="1"/>
          </p:nvPr>
        </p:nvGraphicFramePr>
        <p:xfrm>
          <a:off x="534987" y="1499879"/>
          <a:ext cx="6705600" cy="81872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05600">
                  <a:extLst>
                    <a:ext uri="{9D8B030D-6E8A-4147-A177-3AD203B41FA5}">
                      <a16:colId xmlns:a16="http://schemas.microsoft.com/office/drawing/2014/main" val="2942660820"/>
                    </a:ext>
                  </a:extLst>
                </a:gridCol>
              </a:tblGrid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56827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82588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8740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761948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75798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928746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10676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083555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96292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771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05536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56678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15623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007119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4704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3913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90772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71536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19877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53780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35950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105826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143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555494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62240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642309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37069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82031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13249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07216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252631"/>
                  </a:ext>
                </a:extLst>
              </a:tr>
            </a:tbl>
          </a:graphicData>
        </a:graphic>
      </p:graphicFrame>
      <p:sp>
        <p:nvSpPr>
          <p:cNvPr id="18" name="ZoneTexte 17">
            <a:extLst>
              <a:ext uri="{FF2B5EF4-FFF2-40B4-BE49-F238E27FC236}">
                <a16:creationId xmlns:a16="http://schemas.microsoft.com/office/drawing/2014/main" id="{B2926078-0AD1-15A0-1888-ABAA82ECAF8B}"/>
              </a:ext>
            </a:extLst>
          </p:cNvPr>
          <p:cNvSpPr txBox="1"/>
          <p:nvPr/>
        </p:nvSpPr>
        <p:spPr>
          <a:xfrm>
            <a:off x="534987" y="1338361"/>
            <a:ext cx="5789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CCBiffBamBoomOutline" panose="00000500000000000000" pitchFamily="50" charset="0"/>
              </a:rPr>
              <a:t>1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941FD0A-7700-098D-6E40-58CE6F561247}"/>
              </a:ext>
            </a:extLst>
          </p:cNvPr>
          <p:cNvSpPr txBox="1"/>
          <p:nvPr/>
        </p:nvSpPr>
        <p:spPr>
          <a:xfrm>
            <a:off x="534987" y="2401950"/>
            <a:ext cx="524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CCBiffBamBoomOutline" panose="00000500000000000000" pitchFamily="50" charset="0"/>
              </a:rPr>
              <a:t>2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AD65582-5343-F5EA-6B96-1015E74FE9F7}"/>
              </a:ext>
            </a:extLst>
          </p:cNvPr>
          <p:cNvSpPr txBox="1"/>
          <p:nvPr/>
        </p:nvSpPr>
        <p:spPr>
          <a:xfrm>
            <a:off x="534987" y="3454954"/>
            <a:ext cx="7016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CCBiffBamBoomOutline" panose="00000500000000000000" pitchFamily="50" charset="0"/>
              </a:rPr>
              <a:t>3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FBDBF82F-1987-C3AD-D4CF-716AF7F7D201}"/>
              </a:ext>
            </a:extLst>
          </p:cNvPr>
          <p:cNvSpPr txBox="1"/>
          <p:nvPr/>
        </p:nvSpPr>
        <p:spPr>
          <a:xfrm>
            <a:off x="534987" y="4509018"/>
            <a:ext cx="7778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CCBiffBamBoomOutline" panose="00000500000000000000" pitchFamily="50" charset="0"/>
              </a:rPr>
              <a:t>4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BFC190B-7CA9-8019-03B7-1C280564A015}"/>
              </a:ext>
            </a:extLst>
          </p:cNvPr>
          <p:cNvSpPr txBox="1"/>
          <p:nvPr/>
        </p:nvSpPr>
        <p:spPr>
          <a:xfrm>
            <a:off x="534987" y="5563371"/>
            <a:ext cx="5132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CCBiffBamBoomOutline" panose="00000500000000000000" pitchFamily="50" charset="0"/>
              </a:rPr>
              <a:t>5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B3DEDA7-2AC0-8628-A286-A1B2C3E2ACA7}"/>
              </a:ext>
            </a:extLst>
          </p:cNvPr>
          <p:cNvSpPr txBox="1"/>
          <p:nvPr/>
        </p:nvSpPr>
        <p:spPr>
          <a:xfrm>
            <a:off x="534987" y="6616086"/>
            <a:ext cx="12610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CCBiffBamBoomOutline" panose="00000500000000000000" pitchFamily="50" charset="0"/>
              </a:rPr>
              <a:t>6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D03B800-AD57-8144-261D-AF90BAFA710B}"/>
              </a:ext>
            </a:extLst>
          </p:cNvPr>
          <p:cNvSpPr txBox="1"/>
          <p:nvPr/>
        </p:nvSpPr>
        <p:spPr>
          <a:xfrm>
            <a:off x="534987" y="7677247"/>
            <a:ext cx="524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CCBiffBamBoomOutline" panose="00000500000000000000" pitchFamily="50" charset="0"/>
              </a:rPr>
              <a:t>7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641D6CDF-EAC3-872F-555C-91794529209C}"/>
              </a:ext>
            </a:extLst>
          </p:cNvPr>
          <p:cNvSpPr txBox="1"/>
          <p:nvPr/>
        </p:nvSpPr>
        <p:spPr>
          <a:xfrm>
            <a:off x="534987" y="8738408"/>
            <a:ext cx="7938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CCBiffBamBoomOutline" panose="00000500000000000000" pitchFamily="50" charset="0"/>
              </a:rPr>
              <a:t>8 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A2A2FEA5-0412-A3D9-C950-AB8FC983499C}"/>
              </a:ext>
            </a:extLst>
          </p:cNvPr>
          <p:cNvSpPr txBox="1"/>
          <p:nvPr/>
        </p:nvSpPr>
        <p:spPr>
          <a:xfrm>
            <a:off x="1734526" y="1338361"/>
            <a:ext cx="5789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1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C8F04CF0-66B3-DD24-EAB7-44D0CE05AEA9}"/>
              </a:ext>
            </a:extLst>
          </p:cNvPr>
          <p:cNvSpPr txBox="1"/>
          <p:nvPr/>
        </p:nvSpPr>
        <p:spPr>
          <a:xfrm>
            <a:off x="1734526" y="2401950"/>
            <a:ext cx="524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2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6D135AF4-1963-179F-F136-F4F2C5D2D645}"/>
              </a:ext>
            </a:extLst>
          </p:cNvPr>
          <p:cNvSpPr txBox="1"/>
          <p:nvPr/>
        </p:nvSpPr>
        <p:spPr>
          <a:xfrm>
            <a:off x="1734526" y="3454954"/>
            <a:ext cx="7016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3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45AEAFA3-3C24-EBE7-28A1-7820BE666A39}"/>
              </a:ext>
            </a:extLst>
          </p:cNvPr>
          <p:cNvSpPr txBox="1"/>
          <p:nvPr/>
        </p:nvSpPr>
        <p:spPr>
          <a:xfrm>
            <a:off x="1734526" y="4509018"/>
            <a:ext cx="7778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4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EAE4F2AE-FA03-CCA6-787B-AED7AA3309E2}"/>
              </a:ext>
            </a:extLst>
          </p:cNvPr>
          <p:cNvSpPr txBox="1"/>
          <p:nvPr/>
        </p:nvSpPr>
        <p:spPr>
          <a:xfrm>
            <a:off x="1734526" y="5563371"/>
            <a:ext cx="5132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5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EF38F498-D4DF-190F-9FEE-73BEA0ECBE4B}"/>
              </a:ext>
            </a:extLst>
          </p:cNvPr>
          <p:cNvSpPr txBox="1"/>
          <p:nvPr/>
        </p:nvSpPr>
        <p:spPr>
          <a:xfrm>
            <a:off x="1734526" y="6616086"/>
            <a:ext cx="12610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6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0246D08C-CFD1-7E99-E800-695A61A3557A}"/>
              </a:ext>
            </a:extLst>
          </p:cNvPr>
          <p:cNvSpPr txBox="1"/>
          <p:nvPr/>
        </p:nvSpPr>
        <p:spPr>
          <a:xfrm>
            <a:off x="1734526" y="7677247"/>
            <a:ext cx="524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7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89EAAA60-573A-AED3-0A99-8614029ACAB7}"/>
              </a:ext>
            </a:extLst>
          </p:cNvPr>
          <p:cNvSpPr txBox="1"/>
          <p:nvPr/>
        </p:nvSpPr>
        <p:spPr>
          <a:xfrm>
            <a:off x="1734526" y="8738408"/>
            <a:ext cx="5677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8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AA7253DF-B2C5-904E-B0F8-3B0722F1F563}"/>
              </a:ext>
            </a:extLst>
          </p:cNvPr>
          <p:cNvSpPr txBox="1"/>
          <p:nvPr/>
        </p:nvSpPr>
        <p:spPr>
          <a:xfrm>
            <a:off x="2908671" y="1338361"/>
            <a:ext cx="5789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1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61F68A03-68E2-676A-D13E-0E26CEE517A4}"/>
              </a:ext>
            </a:extLst>
          </p:cNvPr>
          <p:cNvSpPr txBox="1"/>
          <p:nvPr/>
        </p:nvSpPr>
        <p:spPr>
          <a:xfrm>
            <a:off x="2908671" y="2401950"/>
            <a:ext cx="524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2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535B0D24-B820-94C1-2F50-16AF13A115A4}"/>
              </a:ext>
            </a:extLst>
          </p:cNvPr>
          <p:cNvSpPr txBox="1"/>
          <p:nvPr/>
        </p:nvSpPr>
        <p:spPr>
          <a:xfrm>
            <a:off x="2908671" y="3454954"/>
            <a:ext cx="7016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3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2DB78304-7731-0945-0B58-55689A436860}"/>
              </a:ext>
            </a:extLst>
          </p:cNvPr>
          <p:cNvSpPr txBox="1"/>
          <p:nvPr/>
        </p:nvSpPr>
        <p:spPr>
          <a:xfrm>
            <a:off x="2908671" y="4509018"/>
            <a:ext cx="7778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4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D2CD75FD-013E-3E9C-0A3F-B9FA23FF16A2}"/>
              </a:ext>
            </a:extLst>
          </p:cNvPr>
          <p:cNvSpPr txBox="1"/>
          <p:nvPr/>
        </p:nvSpPr>
        <p:spPr>
          <a:xfrm>
            <a:off x="2908671" y="5563371"/>
            <a:ext cx="5132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5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0CDD6F67-DED4-6D44-653D-DDDD078DD8AA}"/>
              </a:ext>
            </a:extLst>
          </p:cNvPr>
          <p:cNvSpPr txBox="1"/>
          <p:nvPr/>
        </p:nvSpPr>
        <p:spPr>
          <a:xfrm>
            <a:off x="2908671" y="6616086"/>
            <a:ext cx="12610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6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714EA3F0-1FF5-6CB7-2319-19C02C6466EC}"/>
              </a:ext>
            </a:extLst>
          </p:cNvPr>
          <p:cNvSpPr txBox="1"/>
          <p:nvPr/>
        </p:nvSpPr>
        <p:spPr>
          <a:xfrm>
            <a:off x="2908671" y="7677247"/>
            <a:ext cx="524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7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41419637-3A69-5020-35DD-3B205DD2265B}"/>
              </a:ext>
            </a:extLst>
          </p:cNvPr>
          <p:cNvSpPr txBox="1"/>
          <p:nvPr/>
        </p:nvSpPr>
        <p:spPr>
          <a:xfrm>
            <a:off x="2908671" y="8738408"/>
            <a:ext cx="5677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8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6E7C1788-168F-4EEE-B5B0-E7F4031BE789}"/>
              </a:ext>
            </a:extLst>
          </p:cNvPr>
          <p:cNvSpPr txBox="1"/>
          <p:nvPr/>
        </p:nvSpPr>
        <p:spPr>
          <a:xfrm>
            <a:off x="4078291" y="1338361"/>
            <a:ext cx="5789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1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491C7FAB-6685-4E64-6DC1-43B28767C069}"/>
              </a:ext>
            </a:extLst>
          </p:cNvPr>
          <p:cNvSpPr txBox="1"/>
          <p:nvPr/>
        </p:nvSpPr>
        <p:spPr>
          <a:xfrm>
            <a:off x="4078291" y="2401950"/>
            <a:ext cx="524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2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E03E2B36-2B2C-B152-3963-3B58F5710DFE}"/>
              </a:ext>
            </a:extLst>
          </p:cNvPr>
          <p:cNvSpPr txBox="1"/>
          <p:nvPr/>
        </p:nvSpPr>
        <p:spPr>
          <a:xfrm>
            <a:off x="4078291" y="3454954"/>
            <a:ext cx="7016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3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23676648-B9C7-C523-D4FA-D9F4F086CD74}"/>
              </a:ext>
            </a:extLst>
          </p:cNvPr>
          <p:cNvSpPr txBox="1"/>
          <p:nvPr/>
        </p:nvSpPr>
        <p:spPr>
          <a:xfrm>
            <a:off x="4078291" y="4509018"/>
            <a:ext cx="7778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4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C4C21974-74F4-9FC5-03F3-783C214C010D}"/>
              </a:ext>
            </a:extLst>
          </p:cNvPr>
          <p:cNvSpPr txBox="1"/>
          <p:nvPr/>
        </p:nvSpPr>
        <p:spPr>
          <a:xfrm>
            <a:off x="4078291" y="5563371"/>
            <a:ext cx="5132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5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43DE942B-93EE-559E-5C57-30E7CF883DA3}"/>
              </a:ext>
            </a:extLst>
          </p:cNvPr>
          <p:cNvSpPr txBox="1"/>
          <p:nvPr/>
        </p:nvSpPr>
        <p:spPr>
          <a:xfrm>
            <a:off x="4078291" y="6616086"/>
            <a:ext cx="12610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6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D58EFC45-1463-9CFE-BF87-2160791E05AB}"/>
              </a:ext>
            </a:extLst>
          </p:cNvPr>
          <p:cNvSpPr txBox="1"/>
          <p:nvPr/>
        </p:nvSpPr>
        <p:spPr>
          <a:xfrm>
            <a:off x="4078291" y="7677247"/>
            <a:ext cx="524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7</a:t>
            </a: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49A4FC2B-7825-910C-CE41-97B298C974BB}"/>
              </a:ext>
            </a:extLst>
          </p:cNvPr>
          <p:cNvSpPr txBox="1"/>
          <p:nvPr/>
        </p:nvSpPr>
        <p:spPr>
          <a:xfrm>
            <a:off x="4078291" y="8738408"/>
            <a:ext cx="5677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8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D90297F1-D54B-9895-FDDF-F2852E16F239}"/>
              </a:ext>
            </a:extLst>
          </p:cNvPr>
          <p:cNvSpPr txBox="1"/>
          <p:nvPr/>
        </p:nvSpPr>
        <p:spPr>
          <a:xfrm>
            <a:off x="5277830" y="1338361"/>
            <a:ext cx="5789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1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21046966-1ADF-24A4-15E3-80840BF91822}"/>
              </a:ext>
            </a:extLst>
          </p:cNvPr>
          <p:cNvSpPr txBox="1"/>
          <p:nvPr/>
        </p:nvSpPr>
        <p:spPr>
          <a:xfrm>
            <a:off x="5277830" y="2401950"/>
            <a:ext cx="524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2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68378816-21C3-75F6-E297-8018C4CCFB1E}"/>
              </a:ext>
            </a:extLst>
          </p:cNvPr>
          <p:cNvSpPr txBox="1"/>
          <p:nvPr/>
        </p:nvSpPr>
        <p:spPr>
          <a:xfrm>
            <a:off x="5277830" y="3454954"/>
            <a:ext cx="7016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3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ACB9ADEB-942C-6958-C884-91DD9C4AF803}"/>
              </a:ext>
            </a:extLst>
          </p:cNvPr>
          <p:cNvSpPr txBox="1"/>
          <p:nvPr/>
        </p:nvSpPr>
        <p:spPr>
          <a:xfrm>
            <a:off x="5277830" y="4509018"/>
            <a:ext cx="7778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4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70CBB8E4-EFFE-A61F-2D88-8164AC30BCB0}"/>
              </a:ext>
            </a:extLst>
          </p:cNvPr>
          <p:cNvSpPr txBox="1"/>
          <p:nvPr/>
        </p:nvSpPr>
        <p:spPr>
          <a:xfrm>
            <a:off x="5277830" y="5563371"/>
            <a:ext cx="5132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5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DC2D9CB3-BCA9-56F1-17A5-06848D1775C5}"/>
              </a:ext>
            </a:extLst>
          </p:cNvPr>
          <p:cNvSpPr txBox="1"/>
          <p:nvPr/>
        </p:nvSpPr>
        <p:spPr>
          <a:xfrm>
            <a:off x="5277830" y="6616086"/>
            <a:ext cx="12610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6</a:t>
            </a: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C1AC98C6-4735-1755-C53D-493DF0089BA1}"/>
              </a:ext>
            </a:extLst>
          </p:cNvPr>
          <p:cNvSpPr txBox="1"/>
          <p:nvPr/>
        </p:nvSpPr>
        <p:spPr>
          <a:xfrm>
            <a:off x="5277830" y="7677247"/>
            <a:ext cx="524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7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62FBE2B3-ED42-B1FC-7CE3-890406B20E31}"/>
              </a:ext>
            </a:extLst>
          </p:cNvPr>
          <p:cNvSpPr txBox="1"/>
          <p:nvPr/>
        </p:nvSpPr>
        <p:spPr>
          <a:xfrm>
            <a:off x="5277830" y="8738408"/>
            <a:ext cx="5677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8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D70DF1B4-CE3A-360B-6367-4F48F3088F1D}"/>
              </a:ext>
            </a:extLst>
          </p:cNvPr>
          <p:cNvSpPr txBox="1"/>
          <p:nvPr/>
        </p:nvSpPr>
        <p:spPr>
          <a:xfrm>
            <a:off x="6451975" y="1338361"/>
            <a:ext cx="5789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1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DC85125F-FAB7-59B8-1AA0-0DE96F4D589D}"/>
              </a:ext>
            </a:extLst>
          </p:cNvPr>
          <p:cNvSpPr txBox="1"/>
          <p:nvPr/>
        </p:nvSpPr>
        <p:spPr>
          <a:xfrm>
            <a:off x="6451975" y="2401950"/>
            <a:ext cx="524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2</a:t>
            </a:r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E921F0A0-78E2-1CF2-74FF-57AFF3DCAF71}"/>
              </a:ext>
            </a:extLst>
          </p:cNvPr>
          <p:cNvSpPr txBox="1"/>
          <p:nvPr/>
        </p:nvSpPr>
        <p:spPr>
          <a:xfrm>
            <a:off x="6451975" y="3454954"/>
            <a:ext cx="7016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3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E47DACDA-8CAA-BA31-E861-5B0230904D67}"/>
              </a:ext>
            </a:extLst>
          </p:cNvPr>
          <p:cNvSpPr txBox="1"/>
          <p:nvPr/>
        </p:nvSpPr>
        <p:spPr>
          <a:xfrm>
            <a:off x="6451975" y="4509018"/>
            <a:ext cx="7778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4</a:t>
            </a:r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A9C8F183-0320-ADD4-94BF-021DAC5B2163}"/>
              </a:ext>
            </a:extLst>
          </p:cNvPr>
          <p:cNvSpPr txBox="1"/>
          <p:nvPr/>
        </p:nvSpPr>
        <p:spPr>
          <a:xfrm>
            <a:off x="6451975" y="5563371"/>
            <a:ext cx="5132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5</a:t>
            </a: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5F7F3FF8-C10D-3CA0-52F2-C4B2B9138644}"/>
              </a:ext>
            </a:extLst>
          </p:cNvPr>
          <p:cNvSpPr txBox="1"/>
          <p:nvPr/>
        </p:nvSpPr>
        <p:spPr>
          <a:xfrm>
            <a:off x="6451975" y="6616086"/>
            <a:ext cx="12610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6</a:t>
            </a:r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35D5E227-23B6-DE53-A937-147A8923F78D}"/>
              </a:ext>
            </a:extLst>
          </p:cNvPr>
          <p:cNvSpPr txBox="1"/>
          <p:nvPr/>
        </p:nvSpPr>
        <p:spPr>
          <a:xfrm>
            <a:off x="6451975" y="7677247"/>
            <a:ext cx="524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7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A88A01E4-2ACD-7F6D-F252-450EF7053BD8}"/>
              </a:ext>
            </a:extLst>
          </p:cNvPr>
          <p:cNvSpPr txBox="1"/>
          <p:nvPr/>
        </p:nvSpPr>
        <p:spPr>
          <a:xfrm>
            <a:off x="6451975" y="8738408"/>
            <a:ext cx="5677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8</a:t>
            </a:r>
          </a:p>
        </p:txBody>
      </p:sp>
      <p:sp>
        <p:nvSpPr>
          <p:cNvPr id="3" name="Sous-titre 4">
            <a:extLst>
              <a:ext uri="{FF2B5EF4-FFF2-40B4-BE49-F238E27FC236}">
                <a16:creationId xmlns:a16="http://schemas.microsoft.com/office/drawing/2014/main" id="{16A21AD3-8EF7-1E50-08C2-4B99D83B0D3F}"/>
              </a:ext>
            </a:extLst>
          </p:cNvPr>
          <p:cNvSpPr txBox="1">
            <a:spLocks/>
          </p:cNvSpPr>
          <p:nvPr/>
        </p:nvSpPr>
        <p:spPr>
          <a:xfrm>
            <a:off x="895021" y="761767"/>
            <a:ext cx="6033384" cy="72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94379" indent="-194379" algn="l" defTabSz="777514" rtl="0" eaLnBrk="1" latinLnBrk="0" hangingPunct="1">
              <a:lnSpc>
                <a:spcPct val="9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 sz="23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3136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20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893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0650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49407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8164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922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5679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4436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4400" b="1" dirty="0">
                <a:latin typeface="CCBiffBamBoomOutline" panose="00000500000000000000" pitchFamily="50" charset="0"/>
              </a:rPr>
              <a:t>Heroinky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5BD9BCD-7052-77B7-C919-49399668AA21}"/>
              </a:ext>
            </a:extLst>
          </p:cNvPr>
          <p:cNvSpPr txBox="1"/>
          <p:nvPr/>
        </p:nvSpPr>
        <p:spPr>
          <a:xfrm>
            <a:off x="2723846" y="9570298"/>
            <a:ext cx="23278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www.loopinky.com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64DA4C8-1C5A-9F59-2DEF-33632E01930C}"/>
              </a:ext>
            </a:extLst>
          </p:cNvPr>
          <p:cNvSpPr txBox="1"/>
          <p:nvPr/>
        </p:nvSpPr>
        <p:spPr>
          <a:xfrm>
            <a:off x="2729222" y="289981"/>
            <a:ext cx="25330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For </a:t>
            </a:r>
            <a:r>
              <a:rPr lang="fr-FR" sz="1600" dirty="0" err="1">
                <a:latin typeface="New Kansas Black" pitchFamily="50" charset="0"/>
                <a:cs typeface="Arial" panose="020B0604020202020204" pitchFamily="34" charset="0"/>
              </a:rPr>
              <a:t>personal</a:t>
            </a:r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 use </a:t>
            </a:r>
            <a:r>
              <a:rPr lang="fr-FR" sz="1600" dirty="0" err="1">
                <a:latin typeface="New Kansas Black" pitchFamily="50" charset="0"/>
                <a:cs typeface="Arial" panose="020B0604020202020204" pitchFamily="34" charset="0"/>
              </a:rPr>
              <a:t>only</a:t>
            </a:r>
            <a:endParaRPr lang="fr-FR" sz="1600" dirty="0">
              <a:latin typeface="New Kansas Black" pitchFamily="50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998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59A82-5996-E761-3C90-D941CE581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Espace réservé du contenu 15">
            <a:extLst>
              <a:ext uri="{FF2B5EF4-FFF2-40B4-BE49-F238E27FC236}">
                <a16:creationId xmlns:a16="http://schemas.microsoft.com/office/drawing/2014/main" id="{AB0D2BE0-381C-E040-670B-012C6ED708A6}"/>
              </a:ext>
            </a:extLst>
          </p:cNvPr>
          <p:cNvGraphicFramePr>
            <a:graphicFrameLocks noGrp="1" noDrilldown="1" noMove="1" noResize="1"/>
          </p:cNvGraphicFramePr>
          <p:nvPr>
            <p:ph idx="1"/>
          </p:nvPr>
        </p:nvGraphicFramePr>
        <p:xfrm>
          <a:off x="534987" y="1499879"/>
          <a:ext cx="6705600" cy="81872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05600">
                  <a:extLst>
                    <a:ext uri="{9D8B030D-6E8A-4147-A177-3AD203B41FA5}">
                      <a16:colId xmlns:a16="http://schemas.microsoft.com/office/drawing/2014/main" val="2942660820"/>
                    </a:ext>
                  </a:extLst>
                </a:gridCol>
              </a:tblGrid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56827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82588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8740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761948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75798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928746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10676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083555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96292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771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05536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56678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15623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007119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4704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3913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90772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71536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19877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53780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359502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105826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143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555494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622407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642309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37069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820310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132493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072161"/>
                  </a:ext>
                </a:extLst>
              </a:tr>
              <a:tr h="264105"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252631"/>
                  </a:ext>
                </a:extLst>
              </a:tr>
            </a:tbl>
          </a:graphicData>
        </a:graphic>
      </p:graphicFrame>
      <p:sp>
        <p:nvSpPr>
          <p:cNvPr id="18" name="ZoneTexte 17">
            <a:extLst>
              <a:ext uri="{FF2B5EF4-FFF2-40B4-BE49-F238E27FC236}">
                <a16:creationId xmlns:a16="http://schemas.microsoft.com/office/drawing/2014/main" id="{2C7DA972-EC44-D205-E2CC-68716CF89D34}"/>
              </a:ext>
            </a:extLst>
          </p:cNvPr>
          <p:cNvSpPr txBox="1"/>
          <p:nvPr/>
        </p:nvSpPr>
        <p:spPr>
          <a:xfrm>
            <a:off x="534987" y="1345285"/>
            <a:ext cx="5789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CCBiffBamBoomOutline" panose="00000500000000000000" pitchFamily="50" charset="0"/>
              </a:rPr>
              <a:t>9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587CBEA-78E7-A781-8D7E-08AB0FB1B061}"/>
              </a:ext>
            </a:extLst>
          </p:cNvPr>
          <p:cNvSpPr txBox="1"/>
          <p:nvPr/>
        </p:nvSpPr>
        <p:spPr>
          <a:xfrm>
            <a:off x="534987" y="2408874"/>
            <a:ext cx="5517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CCBiffBamBoomOutline" panose="00000500000000000000" pitchFamily="50" charset="0"/>
              </a:rPr>
              <a:t>0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FE8903F-638A-25C9-3E97-6C276F711617}"/>
              </a:ext>
            </a:extLst>
          </p:cNvPr>
          <p:cNvSpPr txBox="1"/>
          <p:nvPr/>
        </p:nvSpPr>
        <p:spPr>
          <a:xfrm>
            <a:off x="534987" y="3461878"/>
            <a:ext cx="7016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CCBiffBamBoomOutline" panose="00000500000000000000" pitchFamily="50" charset="0"/>
              </a:rPr>
              <a:t>?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EC6A3F2-5149-D70F-48B1-698EC109F630}"/>
              </a:ext>
            </a:extLst>
          </p:cNvPr>
          <p:cNvSpPr txBox="1"/>
          <p:nvPr/>
        </p:nvSpPr>
        <p:spPr>
          <a:xfrm>
            <a:off x="534987" y="4515942"/>
            <a:ext cx="7778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CCBiffBamBoomOutline" panose="00000500000000000000" pitchFamily="50" charset="0"/>
              </a:rPr>
              <a:t>!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52BC457B-7954-7CE4-A377-9DF646489323}"/>
              </a:ext>
            </a:extLst>
          </p:cNvPr>
          <p:cNvSpPr txBox="1"/>
          <p:nvPr/>
        </p:nvSpPr>
        <p:spPr>
          <a:xfrm>
            <a:off x="534987" y="5521806"/>
            <a:ext cx="3626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CCBiffBamBoomOutline" panose="00000500000000000000" pitchFamily="50" charset="0"/>
              </a:rPr>
              <a:t>,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3894C74-790D-8A26-8009-AFDE5F46140C}"/>
              </a:ext>
            </a:extLst>
          </p:cNvPr>
          <p:cNvSpPr txBox="1"/>
          <p:nvPr/>
        </p:nvSpPr>
        <p:spPr>
          <a:xfrm>
            <a:off x="534987" y="6609156"/>
            <a:ext cx="12610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CCBiffBamBoomOutline" panose="00000500000000000000" pitchFamily="50" charset="0"/>
              </a:rPr>
              <a:t>.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66AB266-9937-738E-44AB-D48535991053}"/>
              </a:ext>
            </a:extLst>
          </p:cNvPr>
          <p:cNvSpPr txBox="1"/>
          <p:nvPr/>
        </p:nvSpPr>
        <p:spPr>
          <a:xfrm>
            <a:off x="534987" y="7677244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CCBiffBamBoomOutline" panose="00000500000000000000" pitchFamily="50" charset="0"/>
              </a:rPr>
              <a:t>&amp;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7E739C3-5EC5-26B6-980F-4DCC2F4EEFBE}"/>
              </a:ext>
            </a:extLst>
          </p:cNvPr>
          <p:cNvSpPr txBox="1"/>
          <p:nvPr/>
        </p:nvSpPr>
        <p:spPr>
          <a:xfrm>
            <a:off x="1734526" y="1345285"/>
            <a:ext cx="5789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9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8605C110-4279-83EB-7BBB-E86044AF5D62}"/>
              </a:ext>
            </a:extLst>
          </p:cNvPr>
          <p:cNvSpPr txBox="1"/>
          <p:nvPr/>
        </p:nvSpPr>
        <p:spPr>
          <a:xfrm>
            <a:off x="1734526" y="2408874"/>
            <a:ext cx="5517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0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1EA4FE1-D2E9-D8A6-3FA8-05602815A8AB}"/>
              </a:ext>
            </a:extLst>
          </p:cNvPr>
          <p:cNvSpPr txBox="1"/>
          <p:nvPr/>
        </p:nvSpPr>
        <p:spPr>
          <a:xfrm>
            <a:off x="1734526" y="3461878"/>
            <a:ext cx="7016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?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5B2A09C3-FA59-2786-6FBC-D9F4060BB62C}"/>
              </a:ext>
            </a:extLst>
          </p:cNvPr>
          <p:cNvSpPr txBox="1"/>
          <p:nvPr/>
        </p:nvSpPr>
        <p:spPr>
          <a:xfrm>
            <a:off x="1734526" y="4515942"/>
            <a:ext cx="7778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!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7CD974FB-3E5E-4BC2-AEFF-585B7FF72F6F}"/>
              </a:ext>
            </a:extLst>
          </p:cNvPr>
          <p:cNvSpPr txBox="1"/>
          <p:nvPr/>
        </p:nvSpPr>
        <p:spPr>
          <a:xfrm>
            <a:off x="1734526" y="5521806"/>
            <a:ext cx="3626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,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3199D7ED-F2F5-FA89-845E-45AAD07B4C8E}"/>
              </a:ext>
            </a:extLst>
          </p:cNvPr>
          <p:cNvSpPr txBox="1"/>
          <p:nvPr/>
        </p:nvSpPr>
        <p:spPr>
          <a:xfrm>
            <a:off x="1734526" y="6609156"/>
            <a:ext cx="12610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.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8841D9D2-12EF-485F-39CD-8114E291967E}"/>
              </a:ext>
            </a:extLst>
          </p:cNvPr>
          <p:cNvSpPr txBox="1"/>
          <p:nvPr/>
        </p:nvSpPr>
        <p:spPr>
          <a:xfrm>
            <a:off x="1734526" y="7677244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&amp;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7258ADD6-78F1-FD29-A6CA-16040F877F06}"/>
              </a:ext>
            </a:extLst>
          </p:cNvPr>
          <p:cNvSpPr txBox="1"/>
          <p:nvPr/>
        </p:nvSpPr>
        <p:spPr>
          <a:xfrm>
            <a:off x="2908671" y="1345285"/>
            <a:ext cx="5789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9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A50A1A42-79DC-80B3-FBCB-829429F2CFB4}"/>
              </a:ext>
            </a:extLst>
          </p:cNvPr>
          <p:cNvSpPr txBox="1"/>
          <p:nvPr/>
        </p:nvSpPr>
        <p:spPr>
          <a:xfrm>
            <a:off x="2908671" y="2408874"/>
            <a:ext cx="5517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0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C9DD8FEA-FFCB-274F-EBDE-DC2334923DCC}"/>
              </a:ext>
            </a:extLst>
          </p:cNvPr>
          <p:cNvSpPr txBox="1"/>
          <p:nvPr/>
        </p:nvSpPr>
        <p:spPr>
          <a:xfrm>
            <a:off x="2908671" y="3461878"/>
            <a:ext cx="7016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?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75B068A9-68A3-EAC2-B5BD-712D06660460}"/>
              </a:ext>
            </a:extLst>
          </p:cNvPr>
          <p:cNvSpPr txBox="1"/>
          <p:nvPr/>
        </p:nvSpPr>
        <p:spPr>
          <a:xfrm>
            <a:off x="2908671" y="4515942"/>
            <a:ext cx="7778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!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6DB5AB16-00BA-E4E8-2ED3-0884EC6381B6}"/>
              </a:ext>
            </a:extLst>
          </p:cNvPr>
          <p:cNvSpPr txBox="1"/>
          <p:nvPr/>
        </p:nvSpPr>
        <p:spPr>
          <a:xfrm>
            <a:off x="2908671" y="5521806"/>
            <a:ext cx="3626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,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AD727BD-8014-B8EA-D131-968BDC3881F7}"/>
              </a:ext>
            </a:extLst>
          </p:cNvPr>
          <p:cNvSpPr txBox="1"/>
          <p:nvPr/>
        </p:nvSpPr>
        <p:spPr>
          <a:xfrm>
            <a:off x="2908671" y="6609156"/>
            <a:ext cx="12610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.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EDA778FF-FB94-AA5D-F402-CF7ACDEBEDA6}"/>
              </a:ext>
            </a:extLst>
          </p:cNvPr>
          <p:cNvSpPr txBox="1"/>
          <p:nvPr/>
        </p:nvSpPr>
        <p:spPr>
          <a:xfrm>
            <a:off x="2908671" y="7677244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&amp;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5EDA9817-670A-23D2-D346-D50A4D9AFABF}"/>
              </a:ext>
            </a:extLst>
          </p:cNvPr>
          <p:cNvSpPr txBox="1"/>
          <p:nvPr/>
        </p:nvSpPr>
        <p:spPr>
          <a:xfrm>
            <a:off x="4078291" y="1345285"/>
            <a:ext cx="5789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9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4AB659E0-D491-7AB6-84B1-499659582B9E}"/>
              </a:ext>
            </a:extLst>
          </p:cNvPr>
          <p:cNvSpPr txBox="1"/>
          <p:nvPr/>
        </p:nvSpPr>
        <p:spPr>
          <a:xfrm>
            <a:off x="4078291" y="2408874"/>
            <a:ext cx="5517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0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36AF77E3-8D29-53E9-A668-013FC7549085}"/>
              </a:ext>
            </a:extLst>
          </p:cNvPr>
          <p:cNvSpPr txBox="1"/>
          <p:nvPr/>
        </p:nvSpPr>
        <p:spPr>
          <a:xfrm>
            <a:off x="4078291" y="3461878"/>
            <a:ext cx="7016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?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18A40CD7-F34E-6995-0374-7F86EE698666}"/>
              </a:ext>
            </a:extLst>
          </p:cNvPr>
          <p:cNvSpPr txBox="1"/>
          <p:nvPr/>
        </p:nvSpPr>
        <p:spPr>
          <a:xfrm>
            <a:off x="4078291" y="4515942"/>
            <a:ext cx="7778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!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3A1F5F13-DB7A-68DA-28EA-2E1B917C5AFD}"/>
              </a:ext>
            </a:extLst>
          </p:cNvPr>
          <p:cNvSpPr txBox="1"/>
          <p:nvPr/>
        </p:nvSpPr>
        <p:spPr>
          <a:xfrm>
            <a:off x="4078291" y="5521806"/>
            <a:ext cx="3626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,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A809462C-2186-F948-7BDC-5E6B5135F67F}"/>
              </a:ext>
            </a:extLst>
          </p:cNvPr>
          <p:cNvSpPr txBox="1"/>
          <p:nvPr/>
        </p:nvSpPr>
        <p:spPr>
          <a:xfrm>
            <a:off x="4078291" y="6609156"/>
            <a:ext cx="12610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.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C36BDD81-C20A-3F6E-0134-18E6EA043978}"/>
              </a:ext>
            </a:extLst>
          </p:cNvPr>
          <p:cNvSpPr txBox="1"/>
          <p:nvPr/>
        </p:nvSpPr>
        <p:spPr>
          <a:xfrm>
            <a:off x="4078291" y="7677244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&amp;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0C992048-BE7F-A83C-6131-36C0EA2BE0DE}"/>
              </a:ext>
            </a:extLst>
          </p:cNvPr>
          <p:cNvSpPr txBox="1"/>
          <p:nvPr/>
        </p:nvSpPr>
        <p:spPr>
          <a:xfrm>
            <a:off x="5277830" y="1345285"/>
            <a:ext cx="5789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9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4DF90D77-A1F3-E9C1-B628-AFCEC4709708}"/>
              </a:ext>
            </a:extLst>
          </p:cNvPr>
          <p:cNvSpPr txBox="1"/>
          <p:nvPr/>
        </p:nvSpPr>
        <p:spPr>
          <a:xfrm>
            <a:off x="5277830" y="2408874"/>
            <a:ext cx="5517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0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5074D7CE-5930-CB4B-97FE-3D4FA6B17C0E}"/>
              </a:ext>
            </a:extLst>
          </p:cNvPr>
          <p:cNvSpPr txBox="1"/>
          <p:nvPr/>
        </p:nvSpPr>
        <p:spPr>
          <a:xfrm>
            <a:off x="5277830" y="3461878"/>
            <a:ext cx="7016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?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F18D838F-1925-13D1-594A-A14CE7BB233D}"/>
              </a:ext>
            </a:extLst>
          </p:cNvPr>
          <p:cNvSpPr txBox="1"/>
          <p:nvPr/>
        </p:nvSpPr>
        <p:spPr>
          <a:xfrm>
            <a:off x="5277830" y="4515942"/>
            <a:ext cx="7778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!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F38E3E5A-284A-9C5C-E774-232C9D6B512F}"/>
              </a:ext>
            </a:extLst>
          </p:cNvPr>
          <p:cNvSpPr txBox="1"/>
          <p:nvPr/>
        </p:nvSpPr>
        <p:spPr>
          <a:xfrm>
            <a:off x="5277830" y="5521806"/>
            <a:ext cx="3626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,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717B23EA-8D22-83BB-7925-0C382CC1A6FD}"/>
              </a:ext>
            </a:extLst>
          </p:cNvPr>
          <p:cNvSpPr txBox="1"/>
          <p:nvPr/>
        </p:nvSpPr>
        <p:spPr>
          <a:xfrm>
            <a:off x="5277830" y="6609156"/>
            <a:ext cx="12610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.</a:t>
            </a: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C83804AB-822E-345A-DAD0-B4529117829B}"/>
              </a:ext>
            </a:extLst>
          </p:cNvPr>
          <p:cNvSpPr txBox="1"/>
          <p:nvPr/>
        </p:nvSpPr>
        <p:spPr>
          <a:xfrm>
            <a:off x="5277830" y="7677244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&amp;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E1AEF28A-9B14-7387-104C-869E4CF87DFC}"/>
              </a:ext>
            </a:extLst>
          </p:cNvPr>
          <p:cNvSpPr txBox="1"/>
          <p:nvPr/>
        </p:nvSpPr>
        <p:spPr>
          <a:xfrm>
            <a:off x="6451975" y="1345285"/>
            <a:ext cx="5789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9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179916C5-E5F3-2F3B-1087-4333CD89D83A}"/>
              </a:ext>
            </a:extLst>
          </p:cNvPr>
          <p:cNvSpPr txBox="1"/>
          <p:nvPr/>
        </p:nvSpPr>
        <p:spPr>
          <a:xfrm>
            <a:off x="6451975" y="2408874"/>
            <a:ext cx="5517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0</a:t>
            </a:r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791DE3B5-62DF-57E5-5F6B-02BD12E9FC77}"/>
              </a:ext>
            </a:extLst>
          </p:cNvPr>
          <p:cNvSpPr txBox="1"/>
          <p:nvPr/>
        </p:nvSpPr>
        <p:spPr>
          <a:xfrm>
            <a:off x="6451975" y="3461878"/>
            <a:ext cx="7016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?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47E3EE72-3B44-3309-13C1-50F9365DA56D}"/>
              </a:ext>
            </a:extLst>
          </p:cNvPr>
          <p:cNvSpPr txBox="1"/>
          <p:nvPr/>
        </p:nvSpPr>
        <p:spPr>
          <a:xfrm>
            <a:off x="6451975" y="4515942"/>
            <a:ext cx="7778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!</a:t>
            </a:r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1C71D729-1F6A-D7DE-834D-9C3E78D92E40}"/>
              </a:ext>
            </a:extLst>
          </p:cNvPr>
          <p:cNvSpPr txBox="1"/>
          <p:nvPr/>
        </p:nvSpPr>
        <p:spPr>
          <a:xfrm>
            <a:off x="6451975" y="5521806"/>
            <a:ext cx="3626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,</a:t>
            </a: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A6450DCA-7E9A-1336-E896-24B0E0F90112}"/>
              </a:ext>
            </a:extLst>
          </p:cNvPr>
          <p:cNvSpPr txBox="1"/>
          <p:nvPr/>
        </p:nvSpPr>
        <p:spPr>
          <a:xfrm>
            <a:off x="6451975" y="6609156"/>
            <a:ext cx="12610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.</a:t>
            </a:r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BDC77BA6-4BD0-5724-F382-AE298A416667}"/>
              </a:ext>
            </a:extLst>
          </p:cNvPr>
          <p:cNvSpPr txBox="1"/>
          <p:nvPr/>
        </p:nvSpPr>
        <p:spPr>
          <a:xfrm>
            <a:off x="6451975" y="7677244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&amp;</a:t>
            </a:r>
          </a:p>
        </p:txBody>
      </p:sp>
      <p:sp>
        <p:nvSpPr>
          <p:cNvPr id="3" name="Sous-titre 4">
            <a:extLst>
              <a:ext uri="{FF2B5EF4-FFF2-40B4-BE49-F238E27FC236}">
                <a16:creationId xmlns:a16="http://schemas.microsoft.com/office/drawing/2014/main" id="{B7965F8C-0DED-9515-196E-95E00B809CC7}"/>
              </a:ext>
            </a:extLst>
          </p:cNvPr>
          <p:cNvSpPr txBox="1">
            <a:spLocks/>
          </p:cNvSpPr>
          <p:nvPr/>
        </p:nvSpPr>
        <p:spPr>
          <a:xfrm>
            <a:off x="895021" y="761767"/>
            <a:ext cx="6033384" cy="72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94379" indent="-194379" algn="l" defTabSz="777514" rtl="0" eaLnBrk="1" latinLnBrk="0" hangingPunct="1">
              <a:lnSpc>
                <a:spcPct val="9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 sz="238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3136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20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893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0650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49407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8164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922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5679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4436" indent="-194379" algn="l" defTabSz="777514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4400" b="1" dirty="0">
                <a:latin typeface="CCBiffBamBoomOutline" panose="00000500000000000000" pitchFamily="50" charset="0"/>
              </a:rPr>
              <a:t>Heroinky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B91EE47-CA7D-94CF-13FD-8782122C1E35}"/>
              </a:ext>
            </a:extLst>
          </p:cNvPr>
          <p:cNvSpPr txBox="1"/>
          <p:nvPr/>
        </p:nvSpPr>
        <p:spPr>
          <a:xfrm>
            <a:off x="423909" y="8745332"/>
            <a:ext cx="9396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CCBiffBamBoomOutline" panose="00000500000000000000" pitchFamily="50" charset="0"/>
              </a:rPr>
              <a:t>( 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88064CC-78E2-A625-2636-1C9F972AD184}"/>
              </a:ext>
            </a:extLst>
          </p:cNvPr>
          <p:cNvSpPr txBox="1"/>
          <p:nvPr/>
        </p:nvSpPr>
        <p:spPr>
          <a:xfrm>
            <a:off x="1623448" y="8745332"/>
            <a:ext cx="9396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( 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43341BB-A536-B0E8-ED07-ECD9DEDA518C}"/>
              </a:ext>
            </a:extLst>
          </p:cNvPr>
          <p:cNvSpPr txBox="1"/>
          <p:nvPr/>
        </p:nvSpPr>
        <p:spPr>
          <a:xfrm>
            <a:off x="2797593" y="8745332"/>
            <a:ext cx="9396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( 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D4C854E-E649-B422-7287-D3C1E11AF04C}"/>
              </a:ext>
            </a:extLst>
          </p:cNvPr>
          <p:cNvSpPr txBox="1"/>
          <p:nvPr/>
        </p:nvSpPr>
        <p:spPr>
          <a:xfrm>
            <a:off x="3967213" y="8745332"/>
            <a:ext cx="9396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( 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EDE34F3-7809-241F-A76E-10175F0CE605}"/>
              </a:ext>
            </a:extLst>
          </p:cNvPr>
          <p:cNvSpPr txBox="1"/>
          <p:nvPr/>
        </p:nvSpPr>
        <p:spPr>
          <a:xfrm>
            <a:off x="5166752" y="8745332"/>
            <a:ext cx="9396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( 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682CA68-069F-7162-8F30-35351722D151}"/>
              </a:ext>
            </a:extLst>
          </p:cNvPr>
          <p:cNvSpPr txBox="1"/>
          <p:nvPr/>
        </p:nvSpPr>
        <p:spPr>
          <a:xfrm>
            <a:off x="6340897" y="8745332"/>
            <a:ext cx="9396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solidFill>
                  <a:schemeClr val="bg1">
                    <a:lumMod val="85000"/>
                  </a:schemeClr>
                </a:solidFill>
                <a:latin typeface="CCBiffBamBoomOutline" panose="00000500000000000000" pitchFamily="50" charset="0"/>
              </a:rPr>
              <a:t>( 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AC9A340-6876-21FE-6171-E330BBFA80C0}"/>
              </a:ext>
            </a:extLst>
          </p:cNvPr>
          <p:cNvSpPr txBox="1"/>
          <p:nvPr/>
        </p:nvSpPr>
        <p:spPr>
          <a:xfrm>
            <a:off x="2723846" y="9570298"/>
            <a:ext cx="23278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www.loopinky.com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211166D-64DA-782E-96C2-80D8BC3A82A2}"/>
              </a:ext>
            </a:extLst>
          </p:cNvPr>
          <p:cNvSpPr txBox="1"/>
          <p:nvPr/>
        </p:nvSpPr>
        <p:spPr>
          <a:xfrm>
            <a:off x="2729222" y="289981"/>
            <a:ext cx="25330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For </a:t>
            </a:r>
            <a:r>
              <a:rPr lang="fr-FR" sz="1600" dirty="0" err="1">
                <a:latin typeface="New Kansas Black" pitchFamily="50" charset="0"/>
                <a:cs typeface="Arial" panose="020B0604020202020204" pitchFamily="34" charset="0"/>
              </a:rPr>
              <a:t>personal</a:t>
            </a:r>
            <a:r>
              <a:rPr lang="fr-FR" sz="1600" dirty="0">
                <a:latin typeface="New Kansas Black" pitchFamily="50" charset="0"/>
                <a:cs typeface="Arial" panose="020B0604020202020204" pitchFamily="34" charset="0"/>
              </a:rPr>
              <a:t> use </a:t>
            </a:r>
            <a:r>
              <a:rPr lang="fr-FR" sz="1600" dirty="0" err="1">
                <a:latin typeface="New Kansas Black" pitchFamily="50" charset="0"/>
                <a:cs typeface="Arial" panose="020B0604020202020204" pitchFamily="34" charset="0"/>
              </a:rPr>
              <a:t>only</a:t>
            </a:r>
            <a:endParaRPr lang="fr-FR" sz="1600" dirty="0">
              <a:latin typeface="New Kansas Black" pitchFamily="50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31528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516</Words>
  <Application>Microsoft Office PowerPoint</Application>
  <PresentationFormat>Personnalisé</PresentationFormat>
  <Paragraphs>440</Paragraphs>
  <Slides>10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CCBiffBamBoomOutline</vt:lpstr>
      <vt:lpstr>New Kansas Black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Annie Vannier</dc:creator>
  <cp:lastModifiedBy>Annie Vannier</cp:lastModifiedBy>
  <cp:revision>306</cp:revision>
  <cp:lastPrinted>2025-05-06T07:12:00Z</cp:lastPrinted>
  <dcterms:created xsi:type="dcterms:W3CDTF">2025-04-23T06:09:20Z</dcterms:created>
  <dcterms:modified xsi:type="dcterms:W3CDTF">2026-02-01T19:01:00Z</dcterms:modified>
</cp:coreProperties>
</file>